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slide+xml" PartName="/ppt/slides/slide123.xml"/>
  <Override ContentType="application/vnd.openxmlformats-officedocument.presentationml.slide+xml" PartName="/ppt/slides/slide124.xml"/>
  <Override ContentType="application/vnd.openxmlformats-officedocument.presentationml.slide+xml" PartName="/ppt/slides/slide125.xml"/>
  <Override ContentType="application/vnd.openxmlformats-officedocument.presentationml.slide+xml" PartName="/ppt/slides/slide126.xml"/>
  <Override ContentType="application/vnd.openxmlformats-officedocument.presentationml.slide+xml" PartName="/ppt/slides/slide127.xml"/>
  <Override ContentType="application/vnd.openxmlformats-officedocument.presentationml.slide+xml" PartName="/ppt/slides/slide128.xml"/>
  <Override ContentType="application/vnd.openxmlformats-officedocument.presentationml.slide+xml" PartName="/ppt/slides/slide129.xml"/>
  <Override ContentType="application/vnd.openxmlformats-officedocument.presentationml.slide+xml" PartName="/ppt/slides/slide130.xml"/>
  <Override ContentType="application/vnd.openxmlformats-officedocument.presentationml.slide+xml" PartName="/ppt/slides/slide131.xml"/>
  <Override ContentType="application/vnd.openxmlformats-officedocument.presentationml.slide+xml" PartName="/ppt/slides/slide132.xml"/>
  <Override ContentType="application/vnd.openxmlformats-officedocument.presentationml.slide+xml" PartName="/ppt/slides/slide133.xml"/>
  <Override ContentType="application/vnd.openxmlformats-officedocument.presentationml.slide+xml" PartName="/ppt/slides/slide134.xml"/>
  <Override ContentType="application/vnd.openxmlformats-officedocument.presentationml.slide+xml" PartName="/ppt/slides/slide135.xml"/>
  <Override ContentType="application/vnd.openxmlformats-officedocument.presentationml.slide+xml" PartName="/ppt/slides/slide136.xml"/>
  <Override ContentType="application/vnd.openxmlformats-officedocument.presentationml.slide+xml" PartName="/ppt/slides/slide137.xml"/>
  <Override ContentType="application/vnd.openxmlformats-officedocument.presentationml.slide+xml" PartName="/ppt/slides/slide138.xml"/>
  <Override ContentType="application/vnd.openxmlformats-officedocument.presentationml.slide+xml" PartName="/ppt/slides/slide139.xml"/>
  <Override ContentType="application/vnd.openxmlformats-officedocument.presentationml.slide+xml" PartName="/ppt/slides/slide140.xml"/>
  <Override ContentType="application/vnd.openxmlformats-officedocument.presentationml.slide+xml" PartName="/ppt/slides/slide141.xml"/>
  <Override ContentType="application/vnd.openxmlformats-officedocument.presentationml.slide+xml" PartName="/ppt/slides/slide142.xml"/>
  <Override ContentType="application/vnd.openxmlformats-officedocument.presentationml.slide+xml" PartName="/ppt/slides/slide143.xml"/>
  <Override ContentType="application/vnd.openxmlformats-officedocument.presentationml.slide+xml" PartName="/ppt/slides/slide144.xml"/>
  <Override ContentType="application/vnd.openxmlformats-officedocument.presentationml.slide+xml" PartName="/ppt/slides/slide145.xml"/>
  <Override ContentType="application/vnd.openxmlformats-officedocument.presentationml.slide+xml" PartName="/ppt/slides/slide146.xml"/>
  <Override ContentType="application/vnd.openxmlformats-officedocument.presentationml.slide+xml" PartName="/ppt/slides/slide147.xml"/>
  <Override ContentType="application/vnd.openxmlformats-officedocument.presentationml.slide+xml" PartName="/ppt/slides/slide148.xml"/>
  <Override ContentType="application/vnd.openxmlformats-officedocument.presentationml.slide+xml" PartName="/ppt/slides/slide149.xml"/>
  <Override ContentType="application/vnd.openxmlformats-officedocument.presentationml.slide+xml" PartName="/ppt/slides/slide150.xml"/>
  <Override ContentType="application/vnd.openxmlformats-officedocument.presentationml.slide+xml" PartName="/ppt/slides/slide151.xml"/>
  <Override ContentType="application/vnd.openxmlformats-officedocument.presentationml.slide+xml" PartName="/ppt/slides/slide152.xml"/>
  <Override ContentType="application/vnd.openxmlformats-officedocument.presentationml.slide+xml" PartName="/ppt/slides/slide153.xml"/>
  <Override ContentType="application/vnd.openxmlformats-officedocument.presentationml.slide+xml" PartName="/ppt/slides/slide154.xml"/>
  <Override ContentType="application/vnd.openxmlformats-officedocument.presentationml.slide+xml" PartName="/ppt/slides/slide155.xml"/>
  <Override ContentType="application/vnd.openxmlformats-officedocument.presentationml.slide+xml" PartName="/ppt/slides/slide156.xml"/>
  <Override ContentType="application/vnd.openxmlformats-officedocument.presentationml.slide+xml" PartName="/ppt/slides/slide157.xml"/>
  <Override ContentType="application/vnd.openxmlformats-officedocument.presentationml.slide+xml" PartName="/ppt/slides/slide158.xml"/>
  <Override ContentType="application/vnd.openxmlformats-officedocument.presentationml.slide+xml" PartName="/ppt/slides/slide159.xml"/>
  <Override ContentType="application/vnd.openxmlformats-officedocument.presentationml.slide+xml" PartName="/ppt/slides/slide160.xml"/>
  <Override ContentType="application/vnd.openxmlformats-officedocument.presentationml.slide+xml" PartName="/ppt/slides/slide161.xml"/>
  <Override ContentType="application/vnd.openxmlformats-officedocument.presentationml.slide+xml" PartName="/ppt/slides/slide162.xml"/>
  <Override ContentType="application/vnd.openxmlformats-officedocument.presentationml.slide+xml" PartName="/ppt/slides/slide163.xml"/>
  <Override ContentType="application/vnd.openxmlformats-officedocument.presentationml.slide+xml" PartName="/ppt/slides/slide164.xml"/>
  <Override ContentType="application/vnd.openxmlformats-officedocument.presentationml.slide+xml" PartName="/ppt/slides/slide165.xml"/>
  <Override ContentType="application/vnd.openxmlformats-officedocument.presentationml.slide+xml" PartName="/ppt/slides/slide166.xml"/>
  <Override ContentType="application/vnd.openxmlformats-officedocument.presentationml.slide+xml" PartName="/ppt/slides/slide167.xml"/>
  <Override ContentType="application/vnd.openxmlformats-officedocument.presentationml.slide+xml" PartName="/ppt/slides/slide168.xml"/>
  <Override ContentType="application/vnd.openxmlformats-officedocument.presentationml.slide+xml" PartName="/ppt/slides/slide169.xml"/>
  <Override ContentType="application/vnd.openxmlformats-officedocument.presentationml.slide+xml" PartName="/ppt/slides/slide170.xml"/>
  <Override ContentType="application/vnd.openxmlformats-officedocument.presentationml.slide+xml" PartName="/ppt/slides/slide171.xml"/>
  <Override ContentType="application/vnd.openxmlformats-officedocument.presentationml.slide+xml" PartName="/ppt/slides/slide172.xml"/>
  <Override ContentType="application/vnd.openxmlformats-officedocument.presentationml.slide+xml" PartName="/ppt/slides/slide173.xml"/>
  <Override ContentType="application/vnd.openxmlformats-officedocument.presentationml.slide+xml" PartName="/ppt/slides/slide174.xml"/>
  <Override ContentType="application/vnd.openxmlformats-officedocument.presentationml.slide+xml" PartName="/ppt/slides/slide175.xml"/>
  <Override ContentType="application/vnd.openxmlformats-officedocument.presentationml.slide+xml" PartName="/ppt/slides/slide176.xml"/>
  <Override ContentType="application/vnd.openxmlformats-officedocument.presentationml.slide+xml" PartName="/ppt/slides/slide177.xml"/>
  <Override ContentType="application/vnd.openxmlformats-officedocument.presentationml.slide+xml" PartName="/ppt/slides/slide178.xml"/>
  <Override ContentType="application/vnd.openxmlformats-officedocument.presentationml.slide+xml" PartName="/ppt/slides/slide179.xml"/>
  <Override ContentType="application/vnd.openxmlformats-officedocument.presentationml.slide+xml" PartName="/ppt/slides/slide180.xml"/>
  <Override ContentType="application/vnd.openxmlformats-officedocument.presentationml.slide+xml" PartName="/ppt/slides/slide181.xml"/>
  <Override ContentType="application/vnd.openxmlformats-officedocument.presentationml.slide+xml" PartName="/ppt/slides/slide182.xml"/>
  <Override ContentType="application/vnd.openxmlformats-officedocument.presentationml.slide+xml" PartName="/ppt/slides/slide183.xml"/>
  <Override ContentType="application/vnd.openxmlformats-officedocument.presentationml.slide+xml" PartName="/ppt/slides/slide184.xml"/>
  <Override ContentType="application/vnd.openxmlformats-officedocument.presentationml.slide+xml" PartName="/ppt/slides/slide185.xml"/>
  <Override ContentType="application/vnd.openxmlformats-officedocument.presentationml.slide+xml" PartName="/ppt/slides/slide186.xml"/>
  <Override ContentType="application/vnd.openxmlformats-officedocument.presentationml.slide+xml" PartName="/ppt/slides/slide187.xml"/>
  <Override ContentType="application/vnd.openxmlformats-officedocument.presentationml.slide+xml" PartName="/ppt/slides/slide188.xml"/>
  <Override ContentType="application/vnd.openxmlformats-officedocument.presentationml.slide+xml" PartName="/ppt/slides/slide189.xml"/>
  <Override ContentType="application/vnd.openxmlformats-officedocument.presentationml.slide+xml" PartName="/ppt/slides/slide190.xml"/>
  <Override ContentType="application/vnd.openxmlformats-officedocument.presentationml.slide+xml" PartName="/ppt/slides/slide191.xml"/>
  <Override ContentType="application/vnd.openxmlformats-officedocument.presentationml.slide+xml" PartName="/ppt/slides/slide192.xml"/>
  <Override ContentType="application/vnd.openxmlformats-officedocument.presentationml.slide+xml" PartName="/ppt/slides/slide193.xml"/>
  <Override ContentType="application/vnd.openxmlformats-officedocument.presentationml.slide+xml" PartName="/ppt/slides/slide194.xml"/>
  <Override ContentType="application/vnd.openxmlformats-officedocument.presentationml.slide+xml" PartName="/ppt/slides/slide195.xml"/>
  <Override ContentType="application/vnd.openxmlformats-officedocument.presentationml.slide+xml" PartName="/ppt/slides/slide196.xml"/>
  <Override ContentType="application/vnd.openxmlformats-officedocument.presentationml.slide+xml" PartName="/ppt/slides/slide197.xml"/>
  <Override ContentType="application/vnd.openxmlformats-officedocument.presentationml.slide+xml" PartName="/ppt/slides/slide198.xml"/>
  <Override ContentType="application/vnd.openxmlformats-officedocument.presentationml.slide+xml" PartName="/ppt/slides/slide199.xml"/>
  <Override ContentType="application/vnd.openxmlformats-officedocument.presentationml.slide+xml" PartName="/ppt/slides/slide200.xml"/>
  <Override ContentType="application/vnd.openxmlformats-officedocument.presentationml.slide+xml" PartName="/ppt/slides/slide201.xml"/>
  <Override ContentType="application/vnd.openxmlformats-officedocument.presentationml.slide+xml" PartName="/ppt/slides/slide202.xml"/>
  <Override ContentType="application/vnd.openxmlformats-officedocument.presentationml.slide+xml" PartName="/ppt/slides/slide203.xml"/>
  <Override ContentType="application/vnd.openxmlformats-officedocument.presentationml.slide+xml" PartName="/ppt/slides/slide204.xml"/>
  <Override ContentType="application/vnd.openxmlformats-officedocument.presentationml.slide+xml" PartName="/ppt/slides/slide205.xml"/>
  <Override ContentType="application/vnd.openxmlformats-officedocument.presentationml.slide+xml" PartName="/ppt/slides/slide206.xml"/>
  <Override ContentType="application/vnd.openxmlformats-officedocument.presentationml.slide+xml" PartName="/ppt/slides/slide207.xml"/>
  <Override ContentType="application/vnd.openxmlformats-officedocument.presentationml.slide+xml" PartName="/ppt/slides/slide208.xml"/>
  <Override ContentType="application/vnd.openxmlformats-officedocument.presentationml.slide+xml" PartName="/ppt/slides/slide209.xml"/>
  <Override ContentType="application/vnd.openxmlformats-officedocument.presentationml.slide+xml" PartName="/ppt/slides/slide210.xml"/>
  <Override ContentType="application/vnd.openxmlformats-officedocument.presentationml.slide+xml" PartName="/ppt/slides/slide211.xml"/>
  <Override ContentType="application/vnd.openxmlformats-officedocument.presentationml.slide+xml" PartName="/ppt/slides/slide212.xml"/>
  <Override ContentType="application/vnd.openxmlformats-officedocument.presentationml.slide+xml" PartName="/ppt/slides/slide213.xml"/>
  <Override ContentType="application/vnd.openxmlformats-officedocument.presentationml.slide+xml" PartName="/ppt/slides/slide214.xml"/>
  <Override ContentType="application/vnd.openxmlformats-officedocument.presentationml.slide+xml" PartName="/ppt/slides/slide215.xml"/>
  <Override ContentType="application/vnd.openxmlformats-officedocument.presentationml.slide+xml" PartName="/ppt/slides/slide216.xml"/>
  <Override ContentType="application/vnd.openxmlformats-officedocument.presentationml.slide+xml" PartName="/ppt/slides/slide217.xml"/>
  <Override ContentType="application/vnd.openxmlformats-officedocument.presentationml.slide+xml" PartName="/ppt/slides/slide218.xml"/>
  <Override ContentType="application/vnd.openxmlformats-officedocument.presentationml.slide+xml" PartName="/ppt/slides/slide219.xml"/>
  <Override ContentType="application/vnd.openxmlformats-officedocument.presentationml.slide+xml" PartName="/ppt/slides/slide220.xml"/>
  <Override ContentType="application/vnd.openxmlformats-officedocument.presentationml.slide+xml" PartName="/ppt/slides/slide221.xml"/>
  <Override ContentType="application/vnd.openxmlformats-officedocument.presentationml.slide+xml" PartName="/ppt/slides/slide222.xml"/>
  <Override ContentType="application/vnd.openxmlformats-officedocument.presentationml.slide+xml" PartName="/ppt/slides/slide223.xml"/>
  <Override ContentType="application/vnd.openxmlformats-officedocument.presentationml.slide+xml" PartName="/ppt/slides/slide224.xml"/>
  <Override ContentType="application/vnd.openxmlformats-officedocument.presentationml.slide+xml" PartName="/ppt/slides/slide225.xml"/>
  <Override ContentType="application/vnd.openxmlformats-officedocument.presentationml.slide+xml" PartName="/ppt/slides/slide226.xml"/>
  <Override ContentType="application/vnd.openxmlformats-officedocument.presentationml.slide+xml" PartName="/ppt/slides/slide227.xml"/>
  <Override ContentType="application/vnd.openxmlformats-officedocument.presentationml.slide+xml" PartName="/ppt/slides/slide228.xml"/>
  <Override ContentType="application/vnd.openxmlformats-officedocument.presentationml.slide+xml" PartName="/ppt/slides/slide229.xml"/>
  <Override ContentType="application/vnd.openxmlformats-officedocument.presentationml.slide+xml" PartName="/ppt/slides/slide230.xml"/>
  <Override ContentType="application/vnd.openxmlformats-officedocument.presentationml.slide+xml" PartName="/ppt/slides/slide231.xml"/>
  <Override ContentType="application/vnd.openxmlformats-officedocument.presentationml.slide+xml" PartName="/ppt/slides/slide232.xml"/>
  <Override ContentType="application/vnd.openxmlformats-officedocument.presentationml.slide+xml" PartName="/ppt/slides/slide233.xml"/>
  <Override ContentType="application/vnd.openxmlformats-officedocument.presentationml.slide+xml" PartName="/ppt/slides/slide234.xml"/>
  <Override ContentType="application/vnd.openxmlformats-officedocument.presentationml.slide+xml" PartName="/ppt/slides/slide235.xml"/>
  <Override ContentType="application/vnd.openxmlformats-officedocument.presentationml.slide+xml" PartName="/ppt/slides/slide236.xml"/>
  <Override ContentType="application/vnd.openxmlformats-officedocument.presentationml.slide+xml" PartName="/ppt/slides/slide237.xml"/>
  <Override ContentType="application/vnd.openxmlformats-officedocument.presentationml.slide+xml" PartName="/ppt/slides/slide238.xml"/>
  <Override ContentType="application/vnd.openxmlformats-officedocument.presentationml.slide+xml" PartName="/ppt/slides/slide239.xml"/>
  <Override ContentType="application/vnd.openxmlformats-officedocument.presentationml.slide+xml" PartName="/ppt/slides/slide240.xml"/>
  <Override ContentType="application/vnd.openxmlformats-officedocument.presentationml.slide+xml" PartName="/ppt/slides/slide241.xml"/>
  <Override ContentType="application/vnd.openxmlformats-officedocument.presentationml.slide+xml" PartName="/ppt/slides/slide242.xml"/>
  <Override ContentType="application/vnd.openxmlformats-officedocument.presentationml.slide+xml" PartName="/ppt/slides/slide243.xml"/>
  <Override ContentType="application/vnd.openxmlformats-officedocument.presentationml.slide+xml" PartName="/ppt/slides/slide244.xml"/>
  <Override ContentType="application/vnd.openxmlformats-officedocument.presentationml.slide+xml" PartName="/ppt/slides/slide245.xml"/>
  <Override ContentType="application/vnd.openxmlformats-officedocument.presentationml.slide+xml" PartName="/ppt/slides/slide246.xml"/>
  <Override ContentType="application/vnd.openxmlformats-officedocument.presentationml.slide+xml" PartName="/ppt/slides/slide247.xml"/>
  <Override ContentType="application/vnd.openxmlformats-officedocument.presentationml.slide+xml" PartName="/ppt/slides/slide248.xml"/>
  <Override ContentType="application/vnd.openxmlformats-officedocument.presentationml.slide+xml" PartName="/ppt/slides/slide249.xml"/>
  <Override ContentType="application/vnd.openxmlformats-officedocument.presentationml.slide+xml" PartName="/ppt/slides/slide250.xml"/>
  <Override ContentType="application/vnd.openxmlformats-officedocument.presentationml.slide+xml" PartName="/ppt/slides/slide251.xml"/>
  <Override ContentType="application/vnd.openxmlformats-officedocument.presentationml.slide+xml" PartName="/ppt/slides/slide252.xml"/>
  <Override ContentType="application/vnd.openxmlformats-officedocument.presentationml.slide+xml" PartName="/ppt/slides/slide253.xml"/>
  <Override ContentType="application/vnd.openxmlformats-officedocument.presentationml.slide+xml" PartName="/ppt/slides/slide254.xml"/>
  <Override ContentType="application/vnd.openxmlformats-officedocument.presentationml.slide+xml" PartName="/ppt/slides/slide255.xml"/>
  <Override ContentType="application/vnd.openxmlformats-officedocument.presentationml.slide+xml" PartName="/ppt/slides/slide256.xml"/>
  <Override ContentType="application/vnd.openxmlformats-officedocument.presentationml.slide+xml" PartName="/ppt/slides/slide257.xml"/>
  <Override ContentType="application/vnd.openxmlformats-officedocument.presentationml.slide+xml" PartName="/ppt/slides/slide258.xml"/>
  <Override ContentType="application/vnd.openxmlformats-officedocument.presentationml.slide+xml" PartName="/ppt/slides/slide259.xml"/>
  <Override ContentType="application/vnd.openxmlformats-officedocument.presentationml.slide+xml" PartName="/ppt/slides/slide260.xml"/>
  <Override ContentType="application/vnd.openxmlformats-officedocument.presentationml.slide+xml" PartName="/ppt/slides/slide261.xml"/>
  <Override ContentType="application/vnd.openxmlformats-officedocument.presentationml.slide+xml" PartName="/ppt/slides/slide262.xml"/>
  <Override ContentType="application/vnd.openxmlformats-officedocument.presentationml.slide+xml" PartName="/ppt/slides/slide263.xml"/>
  <Override ContentType="application/vnd.openxmlformats-officedocument.presentationml.slide+xml" PartName="/ppt/slides/slide264.xml"/>
  <Override ContentType="application/vnd.openxmlformats-officedocument.presentationml.slide+xml" PartName="/ppt/slides/slide265.xml"/>
  <Override ContentType="application/vnd.openxmlformats-officedocument.presentationml.slide+xml" PartName="/ppt/slides/slide266.xml"/>
  <Override ContentType="application/vnd.openxmlformats-officedocument.presentationml.slide+xml" PartName="/ppt/slides/slide267.xml"/>
  <Override ContentType="application/vnd.openxmlformats-officedocument.presentationml.slide+xml" PartName="/ppt/slides/slide268.xml"/>
  <Override ContentType="application/vnd.openxmlformats-officedocument.presentationml.slide+xml" PartName="/ppt/slides/slide269.xml"/>
  <Override ContentType="application/vnd.openxmlformats-officedocument.presentationml.slide+xml" PartName="/ppt/slides/slide270.xml"/>
  <Override ContentType="application/vnd.openxmlformats-officedocument.presentationml.slide+xml" PartName="/ppt/slides/slide271.xml"/>
  <Override ContentType="application/vnd.openxmlformats-officedocument.presentationml.slide+xml" PartName="/ppt/slides/slide272.xml"/>
  <Override ContentType="application/vnd.openxmlformats-officedocument.presentationml.slide+xml" PartName="/ppt/slides/slide273.xml"/>
  <Override ContentType="application/vnd.openxmlformats-officedocument.presentationml.slide+xml" PartName="/ppt/slides/slide274.xml"/>
  <Override ContentType="application/vnd.openxmlformats-officedocument.presentationml.slide+xml" PartName="/ppt/slides/slide275.xml"/>
  <Override ContentType="application/vnd.openxmlformats-officedocument.presentationml.slide+xml" PartName="/ppt/slides/slide276.xml"/>
  <Override ContentType="application/vnd.openxmlformats-officedocument.presentationml.slide+xml" PartName="/ppt/slides/slide277.xml"/>
  <Override ContentType="application/vnd.openxmlformats-officedocument.presentationml.slide+xml" PartName="/ppt/slides/slide278.xml"/>
  <Override ContentType="application/vnd.openxmlformats-officedocument.presentationml.slide+xml" PartName="/ppt/slides/slide279.xml"/>
  <Override ContentType="application/vnd.openxmlformats-officedocument.presentationml.slide+xml" PartName="/ppt/slides/slide280.xml"/>
  <Override ContentType="application/vnd.openxmlformats-officedocument.presentationml.slide+xml" PartName="/ppt/slides/slide281.xml"/>
  <Override ContentType="application/vnd.openxmlformats-officedocument.presentationml.slide+xml" PartName="/ppt/slides/slide282.xml"/>
  <Override ContentType="application/vnd.openxmlformats-officedocument.presentationml.slide+xml" PartName="/ppt/slides/slide283.xml"/>
  <Override ContentType="application/vnd.openxmlformats-officedocument.presentationml.slide+xml" PartName="/ppt/slides/slide284.xml"/>
  <Override ContentType="application/vnd.openxmlformats-officedocument.presentationml.slide+xml" PartName="/ppt/slides/slide285.xml"/>
  <Override ContentType="application/vnd.openxmlformats-officedocument.presentationml.slide+xml" PartName="/ppt/slides/slide286.xml"/>
  <Override ContentType="application/vnd.openxmlformats-officedocument.presentationml.slide+xml" PartName="/ppt/slides/slide28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  <p:sldId id="477" r:id="rId227"/>
    <p:sldId id="478" r:id="rId228"/>
    <p:sldId id="479" r:id="rId229"/>
    <p:sldId id="480" r:id="rId230"/>
    <p:sldId id="481" r:id="rId231"/>
    <p:sldId id="482" r:id="rId232"/>
    <p:sldId id="483" r:id="rId233"/>
    <p:sldId id="484" r:id="rId234"/>
    <p:sldId id="485" r:id="rId235"/>
    <p:sldId id="486" r:id="rId236"/>
    <p:sldId id="487" r:id="rId237"/>
    <p:sldId id="488" r:id="rId238"/>
    <p:sldId id="489" r:id="rId239"/>
    <p:sldId id="490" r:id="rId240"/>
    <p:sldId id="491" r:id="rId241"/>
    <p:sldId id="492" r:id="rId242"/>
    <p:sldId id="493" r:id="rId243"/>
    <p:sldId id="494" r:id="rId244"/>
    <p:sldId id="495" r:id="rId245"/>
    <p:sldId id="496" r:id="rId246"/>
    <p:sldId id="497" r:id="rId247"/>
    <p:sldId id="498" r:id="rId248"/>
    <p:sldId id="499" r:id="rId249"/>
    <p:sldId id="500" r:id="rId250"/>
    <p:sldId id="501" r:id="rId251"/>
    <p:sldId id="502" r:id="rId252"/>
    <p:sldId id="503" r:id="rId253"/>
    <p:sldId id="504" r:id="rId254"/>
    <p:sldId id="505" r:id="rId255"/>
    <p:sldId id="506" r:id="rId256"/>
    <p:sldId id="507" r:id="rId257"/>
    <p:sldId id="508" r:id="rId258"/>
    <p:sldId id="509" r:id="rId259"/>
    <p:sldId id="510" r:id="rId260"/>
    <p:sldId id="511" r:id="rId261"/>
    <p:sldId id="512" r:id="rId262"/>
    <p:sldId id="513" r:id="rId263"/>
    <p:sldId id="514" r:id="rId264"/>
    <p:sldId id="515" r:id="rId265"/>
    <p:sldId id="516" r:id="rId266"/>
    <p:sldId id="517" r:id="rId267"/>
    <p:sldId id="518" r:id="rId268"/>
    <p:sldId id="519" r:id="rId269"/>
    <p:sldId id="520" r:id="rId270"/>
    <p:sldId id="521" r:id="rId271"/>
    <p:sldId id="522" r:id="rId272"/>
    <p:sldId id="523" r:id="rId273"/>
    <p:sldId id="524" r:id="rId274"/>
    <p:sldId id="525" r:id="rId275"/>
    <p:sldId id="526" r:id="rId276"/>
    <p:sldId id="527" r:id="rId277"/>
    <p:sldId id="528" r:id="rId278"/>
    <p:sldId id="529" r:id="rId279"/>
    <p:sldId id="530" r:id="rId280"/>
    <p:sldId id="531" r:id="rId281"/>
    <p:sldId id="532" r:id="rId282"/>
    <p:sldId id="533" r:id="rId283"/>
    <p:sldId id="534" r:id="rId284"/>
    <p:sldId id="535" r:id="rId285"/>
    <p:sldId id="536" r:id="rId286"/>
    <p:sldId id="537" r:id="rId287"/>
    <p:sldId id="538" r:id="rId288"/>
    <p:sldId id="539" r:id="rId289"/>
    <p:sldId id="540" r:id="rId290"/>
    <p:sldId id="541" r:id="rId291"/>
    <p:sldId id="542" r:id="rId29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slides/slide123.xml" Type="http://schemas.openxmlformats.org/officeDocument/2006/relationships/slide"/><Relationship Id="rId129" Target="slides/slide124.xml" Type="http://schemas.openxmlformats.org/officeDocument/2006/relationships/slide"/><Relationship Id="rId13" Target="slides/slide8.xml" Type="http://schemas.openxmlformats.org/officeDocument/2006/relationships/slide"/><Relationship Id="rId130" Target="slides/slide125.xml" Type="http://schemas.openxmlformats.org/officeDocument/2006/relationships/slide"/><Relationship Id="rId131" Target="slides/slide126.xml" Type="http://schemas.openxmlformats.org/officeDocument/2006/relationships/slide"/><Relationship Id="rId132" Target="slides/slide127.xml" Type="http://schemas.openxmlformats.org/officeDocument/2006/relationships/slide"/><Relationship Id="rId133" Target="slides/slide128.xml" Type="http://schemas.openxmlformats.org/officeDocument/2006/relationships/slide"/><Relationship Id="rId134" Target="slides/slide129.xml" Type="http://schemas.openxmlformats.org/officeDocument/2006/relationships/slide"/><Relationship Id="rId135" Target="slides/slide130.xml" Type="http://schemas.openxmlformats.org/officeDocument/2006/relationships/slide"/><Relationship Id="rId136" Target="slides/slide131.xml" Type="http://schemas.openxmlformats.org/officeDocument/2006/relationships/slide"/><Relationship Id="rId137" Target="slides/slide132.xml" Type="http://schemas.openxmlformats.org/officeDocument/2006/relationships/slide"/><Relationship Id="rId138" Target="slides/slide133.xml" Type="http://schemas.openxmlformats.org/officeDocument/2006/relationships/slide"/><Relationship Id="rId139" Target="slides/slide134.xml" Type="http://schemas.openxmlformats.org/officeDocument/2006/relationships/slide"/><Relationship Id="rId14" Target="slides/slide9.xml" Type="http://schemas.openxmlformats.org/officeDocument/2006/relationships/slide"/><Relationship Id="rId140" Target="slides/slide135.xml" Type="http://schemas.openxmlformats.org/officeDocument/2006/relationships/slide"/><Relationship Id="rId141" Target="slides/slide136.xml" Type="http://schemas.openxmlformats.org/officeDocument/2006/relationships/slide"/><Relationship Id="rId142" Target="slides/slide137.xml" Type="http://schemas.openxmlformats.org/officeDocument/2006/relationships/slide"/><Relationship Id="rId143" Target="slides/slide138.xml" Type="http://schemas.openxmlformats.org/officeDocument/2006/relationships/slide"/><Relationship Id="rId144" Target="slides/slide139.xml" Type="http://schemas.openxmlformats.org/officeDocument/2006/relationships/slide"/><Relationship Id="rId145" Target="slides/slide140.xml" Type="http://schemas.openxmlformats.org/officeDocument/2006/relationships/slide"/><Relationship Id="rId146" Target="slides/slide141.xml" Type="http://schemas.openxmlformats.org/officeDocument/2006/relationships/slide"/><Relationship Id="rId147" Target="slides/slide142.xml" Type="http://schemas.openxmlformats.org/officeDocument/2006/relationships/slide"/><Relationship Id="rId148" Target="slides/slide143.xml" Type="http://schemas.openxmlformats.org/officeDocument/2006/relationships/slide"/><Relationship Id="rId149" Target="slides/slide144.xml" Type="http://schemas.openxmlformats.org/officeDocument/2006/relationships/slide"/><Relationship Id="rId15" Target="slides/slide10.xml" Type="http://schemas.openxmlformats.org/officeDocument/2006/relationships/slide"/><Relationship Id="rId150" Target="slides/slide145.xml" Type="http://schemas.openxmlformats.org/officeDocument/2006/relationships/slide"/><Relationship Id="rId151" Target="slides/slide146.xml" Type="http://schemas.openxmlformats.org/officeDocument/2006/relationships/slide"/><Relationship Id="rId152" Target="slides/slide147.xml" Type="http://schemas.openxmlformats.org/officeDocument/2006/relationships/slide"/><Relationship Id="rId153" Target="slides/slide148.xml" Type="http://schemas.openxmlformats.org/officeDocument/2006/relationships/slide"/><Relationship Id="rId154" Target="slides/slide149.xml" Type="http://schemas.openxmlformats.org/officeDocument/2006/relationships/slide"/><Relationship Id="rId155" Target="slides/slide150.xml" Type="http://schemas.openxmlformats.org/officeDocument/2006/relationships/slide"/><Relationship Id="rId156" Target="slides/slide151.xml" Type="http://schemas.openxmlformats.org/officeDocument/2006/relationships/slide"/><Relationship Id="rId157" Target="slides/slide152.xml" Type="http://schemas.openxmlformats.org/officeDocument/2006/relationships/slide"/><Relationship Id="rId158" Target="slides/slide153.xml" Type="http://schemas.openxmlformats.org/officeDocument/2006/relationships/slide"/><Relationship Id="rId159" Target="slides/slide154.xml" Type="http://schemas.openxmlformats.org/officeDocument/2006/relationships/slide"/><Relationship Id="rId16" Target="slides/slide11.xml" Type="http://schemas.openxmlformats.org/officeDocument/2006/relationships/slide"/><Relationship Id="rId160" Target="slides/slide155.xml" Type="http://schemas.openxmlformats.org/officeDocument/2006/relationships/slide"/><Relationship Id="rId161" Target="slides/slide156.xml" Type="http://schemas.openxmlformats.org/officeDocument/2006/relationships/slide"/><Relationship Id="rId162" Target="slides/slide157.xml" Type="http://schemas.openxmlformats.org/officeDocument/2006/relationships/slide"/><Relationship Id="rId163" Target="slides/slide158.xml" Type="http://schemas.openxmlformats.org/officeDocument/2006/relationships/slide"/><Relationship Id="rId164" Target="slides/slide159.xml" Type="http://schemas.openxmlformats.org/officeDocument/2006/relationships/slide"/><Relationship Id="rId165" Target="slides/slide160.xml" Type="http://schemas.openxmlformats.org/officeDocument/2006/relationships/slide"/><Relationship Id="rId166" Target="slides/slide161.xml" Type="http://schemas.openxmlformats.org/officeDocument/2006/relationships/slide"/><Relationship Id="rId167" Target="slides/slide162.xml" Type="http://schemas.openxmlformats.org/officeDocument/2006/relationships/slide"/><Relationship Id="rId168" Target="slides/slide163.xml" Type="http://schemas.openxmlformats.org/officeDocument/2006/relationships/slide"/><Relationship Id="rId169" Target="slides/slide164.xml" Type="http://schemas.openxmlformats.org/officeDocument/2006/relationships/slide"/><Relationship Id="rId17" Target="slides/slide12.xml" Type="http://schemas.openxmlformats.org/officeDocument/2006/relationships/slide"/><Relationship Id="rId170" Target="slides/slide165.xml" Type="http://schemas.openxmlformats.org/officeDocument/2006/relationships/slide"/><Relationship Id="rId171" Target="slides/slide166.xml" Type="http://schemas.openxmlformats.org/officeDocument/2006/relationships/slide"/><Relationship Id="rId172" Target="slides/slide167.xml" Type="http://schemas.openxmlformats.org/officeDocument/2006/relationships/slide"/><Relationship Id="rId173" Target="slides/slide168.xml" Type="http://schemas.openxmlformats.org/officeDocument/2006/relationships/slide"/><Relationship Id="rId174" Target="slides/slide169.xml" Type="http://schemas.openxmlformats.org/officeDocument/2006/relationships/slide"/><Relationship Id="rId175" Target="slides/slide170.xml" Type="http://schemas.openxmlformats.org/officeDocument/2006/relationships/slide"/><Relationship Id="rId176" Target="slides/slide171.xml" Type="http://schemas.openxmlformats.org/officeDocument/2006/relationships/slide"/><Relationship Id="rId177" Target="slides/slide172.xml" Type="http://schemas.openxmlformats.org/officeDocument/2006/relationships/slide"/><Relationship Id="rId178" Target="slides/slide173.xml" Type="http://schemas.openxmlformats.org/officeDocument/2006/relationships/slide"/><Relationship Id="rId179" Target="slides/slide174.xml" Type="http://schemas.openxmlformats.org/officeDocument/2006/relationships/slide"/><Relationship Id="rId18" Target="slides/slide13.xml" Type="http://schemas.openxmlformats.org/officeDocument/2006/relationships/slide"/><Relationship Id="rId180" Target="slides/slide175.xml" Type="http://schemas.openxmlformats.org/officeDocument/2006/relationships/slide"/><Relationship Id="rId181" Target="slides/slide176.xml" Type="http://schemas.openxmlformats.org/officeDocument/2006/relationships/slide"/><Relationship Id="rId182" Target="slides/slide177.xml" Type="http://schemas.openxmlformats.org/officeDocument/2006/relationships/slide"/><Relationship Id="rId183" Target="slides/slide178.xml" Type="http://schemas.openxmlformats.org/officeDocument/2006/relationships/slide"/><Relationship Id="rId184" Target="slides/slide179.xml" Type="http://schemas.openxmlformats.org/officeDocument/2006/relationships/slide"/><Relationship Id="rId185" Target="slides/slide180.xml" Type="http://schemas.openxmlformats.org/officeDocument/2006/relationships/slide"/><Relationship Id="rId186" Target="slides/slide181.xml" Type="http://schemas.openxmlformats.org/officeDocument/2006/relationships/slide"/><Relationship Id="rId187" Target="slides/slide182.xml" Type="http://schemas.openxmlformats.org/officeDocument/2006/relationships/slide"/><Relationship Id="rId188" Target="slides/slide183.xml" Type="http://schemas.openxmlformats.org/officeDocument/2006/relationships/slide"/><Relationship Id="rId189" Target="slides/slide184.xml" Type="http://schemas.openxmlformats.org/officeDocument/2006/relationships/slide"/><Relationship Id="rId19" Target="slides/slide14.xml" Type="http://schemas.openxmlformats.org/officeDocument/2006/relationships/slide"/><Relationship Id="rId190" Target="slides/slide185.xml" Type="http://schemas.openxmlformats.org/officeDocument/2006/relationships/slide"/><Relationship Id="rId191" Target="slides/slide186.xml" Type="http://schemas.openxmlformats.org/officeDocument/2006/relationships/slide"/><Relationship Id="rId192" Target="slides/slide187.xml" Type="http://schemas.openxmlformats.org/officeDocument/2006/relationships/slide"/><Relationship Id="rId193" Target="slides/slide188.xml" Type="http://schemas.openxmlformats.org/officeDocument/2006/relationships/slide"/><Relationship Id="rId194" Target="slides/slide189.xml" Type="http://schemas.openxmlformats.org/officeDocument/2006/relationships/slide"/><Relationship Id="rId195" Target="slides/slide190.xml" Type="http://schemas.openxmlformats.org/officeDocument/2006/relationships/slide"/><Relationship Id="rId196" Target="slides/slide191.xml" Type="http://schemas.openxmlformats.org/officeDocument/2006/relationships/slide"/><Relationship Id="rId197" Target="slides/slide192.xml" Type="http://schemas.openxmlformats.org/officeDocument/2006/relationships/slide"/><Relationship Id="rId198" Target="slides/slide193.xml" Type="http://schemas.openxmlformats.org/officeDocument/2006/relationships/slide"/><Relationship Id="rId199" Target="slides/slide19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00" Target="slides/slide195.xml" Type="http://schemas.openxmlformats.org/officeDocument/2006/relationships/slide"/><Relationship Id="rId201" Target="slides/slide196.xml" Type="http://schemas.openxmlformats.org/officeDocument/2006/relationships/slide"/><Relationship Id="rId202" Target="slides/slide197.xml" Type="http://schemas.openxmlformats.org/officeDocument/2006/relationships/slide"/><Relationship Id="rId203" Target="slides/slide198.xml" Type="http://schemas.openxmlformats.org/officeDocument/2006/relationships/slide"/><Relationship Id="rId204" Target="slides/slide199.xml" Type="http://schemas.openxmlformats.org/officeDocument/2006/relationships/slide"/><Relationship Id="rId205" Target="slides/slide200.xml" Type="http://schemas.openxmlformats.org/officeDocument/2006/relationships/slide"/><Relationship Id="rId206" Target="slides/slide201.xml" Type="http://schemas.openxmlformats.org/officeDocument/2006/relationships/slide"/><Relationship Id="rId207" Target="slides/slide202.xml" Type="http://schemas.openxmlformats.org/officeDocument/2006/relationships/slide"/><Relationship Id="rId208" Target="slides/slide203.xml" Type="http://schemas.openxmlformats.org/officeDocument/2006/relationships/slide"/><Relationship Id="rId209" Target="slides/slide204.xml" Type="http://schemas.openxmlformats.org/officeDocument/2006/relationships/slide"/><Relationship Id="rId21" Target="slides/slide16.xml" Type="http://schemas.openxmlformats.org/officeDocument/2006/relationships/slide"/><Relationship Id="rId210" Target="slides/slide205.xml" Type="http://schemas.openxmlformats.org/officeDocument/2006/relationships/slide"/><Relationship Id="rId211" Target="slides/slide206.xml" Type="http://schemas.openxmlformats.org/officeDocument/2006/relationships/slide"/><Relationship Id="rId212" Target="slides/slide207.xml" Type="http://schemas.openxmlformats.org/officeDocument/2006/relationships/slide"/><Relationship Id="rId213" Target="slides/slide208.xml" Type="http://schemas.openxmlformats.org/officeDocument/2006/relationships/slide"/><Relationship Id="rId214" Target="slides/slide209.xml" Type="http://schemas.openxmlformats.org/officeDocument/2006/relationships/slide"/><Relationship Id="rId215" Target="slides/slide210.xml" Type="http://schemas.openxmlformats.org/officeDocument/2006/relationships/slide"/><Relationship Id="rId216" Target="slides/slide211.xml" Type="http://schemas.openxmlformats.org/officeDocument/2006/relationships/slide"/><Relationship Id="rId217" Target="slides/slide212.xml" Type="http://schemas.openxmlformats.org/officeDocument/2006/relationships/slide"/><Relationship Id="rId218" Target="slides/slide213.xml" Type="http://schemas.openxmlformats.org/officeDocument/2006/relationships/slide"/><Relationship Id="rId219" Target="slides/slide214.xml" Type="http://schemas.openxmlformats.org/officeDocument/2006/relationships/slide"/><Relationship Id="rId22" Target="slides/slide17.xml" Type="http://schemas.openxmlformats.org/officeDocument/2006/relationships/slide"/><Relationship Id="rId220" Target="slides/slide215.xml" Type="http://schemas.openxmlformats.org/officeDocument/2006/relationships/slide"/><Relationship Id="rId221" Target="slides/slide216.xml" Type="http://schemas.openxmlformats.org/officeDocument/2006/relationships/slide"/><Relationship Id="rId222" Target="slides/slide217.xml" Type="http://schemas.openxmlformats.org/officeDocument/2006/relationships/slide"/><Relationship Id="rId223" Target="slides/slide218.xml" Type="http://schemas.openxmlformats.org/officeDocument/2006/relationships/slide"/><Relationship Id="rId224" Target="slides/slide219.xml" Type="http://schemas.openxmlformats.org/officeDocument/2006/relationships/slide"/><Relationship Id="rId225" Target="slides/slide220.xml" Type="http://schemas.openxmlformats.org/officeDocument/2006/relationships/slide"/><Relationship Id="rId226" Target="slides/slide221.xml" Type="http://schemas.openxmlformats.org/officeDocument/2006/relationships/slide"/><Relationship Id="rId227" Target="slides/slide222.xml" Type="http://schemas.openxmlformats.org/officeDocument/2006/relationships/slide"/><Relationship Id="rId228" Target="slides/slide223.xml" Type="http://schemas.openxmlformats.org/officeDocument/2006/relationships/slide"/><Relationship Id="rId229" Target="slides/slide224.xml" Type="http://schemas.openxmlformats.org/officeDocument/2006/relationships/slide"/><Relationship Id="rId23" Target="slides/slide18.xml" Type="http://schemas.openxmlformats.org/officeDocument/2006/relationships/slide"/><Relationship Id="rId230" Target="slides/slide225.xml" Type="http://schemas.openxmlformats.org/officeDocument/2006/relationships/slide"/><Relationship Id="rId231" Target="slides/slide226.xml" Type="http://schemas.openxmlformats.org/officeDocument/2006/relationships/slide"/><Relationship Id="rId232" Target="slides/slide227.xml" Type="http://schemas.openxmlformats.org/officeDocument/2006/relationships/slide"/><Relationship Id="rId233" Target="slides/slide228.xml" Type="http://schemas.openxmlformats.org/officeDocument/2006/relationships/slide"/><Relationship Id="rId234" Target="slides/slide229.xml" Type="http://schemas.openxmlformats.org/officeDocument/2006/relationships/slide"/><Relationship Id="rId235" Target="slides/slide230.xml" Type="http://schemas.openxmlformats.org/officeDocument/2006/relationships/slide"/><Relationship Id="rId236" Target="slides/slide231.xml" Type="http://schemas.openxmlformats.org/officeDocument/2006/relationships/slide"/><Relationship Id="rId237" Target="slides/slide232.xml" Type="http://schemas.openxmlformats.org/officeDocument/2006/relationships/slide"/><Relationship Id="rId238" Target="slides/slide233.xml" Type="http://schemas.openxmlformats.org/officeDocument/2006/relationships/slide"/><Relationship Id="rId239" Target="slides/slide234.xml" Type="http://schemas.openxmlformats.org/officeDocument/2006/relationships/slide"/><Relationship Id="rId24" Target="slides/slide19.xml" Type="http://schemas.openxmlformats.org/officeDocument/2006/relationships/slide"/><Relationship Id="rId240" Target="slides/slide235.xml" Type="http://schemas.openxmlformats.org/officeDocument/2006/relationships/slide"/><Relationship Id="rId241" Target="slides/slide236.xml" Type="http://schemas.openxmlformats.org/officeDocument/2006/relationships/slide"/><Relationship Id="rId242" Target="slides/slide237.xml" Type="http://schemas.openxmlformats.org/officeDocument/2006/relationships/slide"/><Relationship Id="rId243" Target="slides/slide238.xml" Type="http://schemas.openxmlformats.org/officeDocument/2006/relationships/slide"/><Relationship Id="rId244" Target="slides/slide239.xml" Type="http://schemas.openxmlformats.org/officeDocument/2006/relationships/slide"/><Relationship Id="rId245" Target="slides/slide240.xml" Type="http://schemas.openxmlformats.org/officeDocument/2006/relationships/slide"/><Relationship Id="rId246" Target="slides/slide241.xml" Type="http://schemas.openxmlformats.org/officeDocument/2006/relationships/slide"/><Relationship Id="rId247" Target="slides/slide242.xml" Type="http://schemas.openxmlformats.org/officeDocument/2006/relationships/slide"/><Relationship Id="rId248" Target="slides/slide243.xml" Type="http://schemas.openxmlformats.org/officeDocument/2006/relationships/slide"/><Relationship Id="rId249" Target="slides/slide244.xml" Type="http://schemas.openxmlformats.org/officeDocument/2006/relationships/slide"/><Relationship Id="rId25" Target="slides/slide20.xml" Type="http://schemas.openxmlformats.org/officeDocument/2006/relationships/slide"/><Relationship Id="rId250" Target="slides/slide245.xml" Type="http://schemas.openxmlformats.org/officeDocument/2006/relationships/slide"/><Relationship Id="rId251" Target="slides/slide246.xml" Type="http://schemas.openxmlformats.org/officeDocument/2006/relationships/slide"/><Relationship Id="rId252" Target="slides/slide247.xml" Type="http://schemas.openxmlformats.org/officeDocument/2006/relationships/slide"/><Relationship Id="rId253" Target="slides/slide248.xml" Type="http://schemas.openxmlformats.org/officeDocument/2006/relationships/slide"/><Relationship Id="rId254" Target="slides/slide249.xml" Type="http://schemas.openxmlformats.org/officeDocument/2006/relationships/slide"/><Relationship Id="rId255" Target="slides/slide250.xml" Type="http://schemas.openxmlformats.org/officeDocument/2006/relationships/slide"/><Relationship Id="rId256" Target="slides/slide251.xml" Type="http://schemas.openxmlformats.org/officeDocument/2006/relationships/slide"/><Relationship Id="rId257" Target="slides/slide252.xml" Type="http://schemas.openxmlformats.org/officeDocument/2006/relationships/slide"/><Relationship Id="rId258" Target="slides/slide253.xml" Type="http://schemas.openxmlformats.org/officeDocument/2006/relationships/slide"/><Relationship Id="rId259" Target="slides/slide254.xml" Type="http://schemas.openxmlformats.org/officeDocument/2006/relationships/slide"/><Relationship Id="rId26" Target="slides/slide21.xml" Type="http://schemas.openxmlformats.org/officeDocument/2006/relationships/slide"/><Relationship Id="rId260" Target="slides/slide255.xml" Type="http://schemas.openxmlformats.org/officeDocument/2006/relationships/slide"/><Relationship Id="rId261" Target="slides/slide256.xml" Type="http://schemas.openxmlformats.org/officeDocument/2006/relationships/slide"/><Relationship Id="rId262" Target="slides/slide257.xml" Type="http://schemas.openxmlformats.org/officeDocument/2006/relationships/slide"/><Relationship Id="rId263" Target="slides/slide258.xml" Type="http://schemas.openxmlformats.org/officeDocument/2006/relationships/slide"/><Relationship Id="rId264" Target="slides/slide259.xml" Type="http://schemas.openxmlformats.org/officeDocument/2006/relationships/slide"/><Relationship Id="rId265" Target="slides/slide260.xml" Type="http://schemas.openxmlformats.org/officeDocument/2006/relationships/slide"/><Relationship Id="rId266" Target="slides/slide261.xml" Type="http://schemas.openxmlformats.org/officeDocument/2006/relationships/slide"/><Relationship Id="rId267" Target="slides/slide262.xml" Type="http://schemas.openxmlformats.org/officeDocument/2006/relationships/slide"/><Relationship Id="rId268" Target="slides/slide263.xml" Type="http://schemas.openxmlformats.org/officeDocument/2006/relationships/slide"/><Relationship Id="rId269" Target="slides/slide264.xml" Type="http://schemas.openxmlformats.org/officeDocument/2006/relationships/slide"/><Relationship Id="rId27" Target="slides/slide22.xml" Type="http://schemas.openxmlformats.org/officeDocument/2006/relationships/slide"/><Relationship Id="rId270" Target="slides/slide265.xml" Type="http://schemas.openxmlformats.org/officeDocument/2006/relationships/slide"/><Relationship Id="rId271" Target="slides/slide266.xml" Type="http://schemas.openxmlformats.org/officeDocument/2006/relationships/slide"/><Relationship Id="rId272" Target="slides/slide267.xml" Type="http://schemas.openxmlformats.org/officeDocument/2006/relationships/slide"/><Relationship Id="rId273" Target="slides/slide268.xml" Type="http://schemas.openxmlformats.org/officeDocument/2006/relationships/slide"/><Relationship Id="rId274" Target="slides/slide269.xml" Type="http://schemas.openxmlformats.org/officeDocument/2006/relationships/slide"/><Relationship Id="rId275" Target="slides/slide270.xml" Type="http://schemas.openxmlformats.org/officeDocument/2006/relationships/slide"/><Relationship Id="rId276" Target="slides/slide271.xml" Type="http://schemas.openxmlformats.org/officeDocument/2006/relationships/slide"/><Relationship Id="rId277" Target="slides/slide272.xml" Type="http://schemas.openxmlformats.org/officeDocument/2006/relationships/slide"/><Relationship Id="rId278" Target="slides/slide273.xml" Type="http://schemas.openxmlformats.org/officeDocument/2006/relationships/slide"/><Relationship Id="rId279" Target="slides/slide274.xml" Type="http://schemas.openxmlformats.org/officeDocument/2006/relationships/slide"/><Relationship Id="rId28" Target="slides/slide23.xml" Type="http://schemas.openxmlformats.org/officeDocument/2006/relationships/slide"/><Relationship Id="rId280" Target="slides/slide275.xml" Type="http://schemas.openxmlformats.org/officeDocument/2006/relationships/slide"/><Relationship Id="rId281" Target="slides/slide276.xml" Type="http://schemas.openxmlformats.org/officeDocument/2006/relationships/slide"/><Relationship Id="rId282" Target="slides/slide277.xml" Type="http://schemas.openxmlformats.org/officeDocument/2006/relationships/slide"/><Relationship Id="rId283" Target="slides/slide278.xml" Type="http://schemas.openxmlformats.org/officeDocument/2006/relationships/slide"/><Relationship Id="rId284" Target="slides/slide279.xml" Type="http://schemas.openxmlformats.org/officeDocument/2006/relationships/slide"/><Relationship Id="rId285" Target="slides/slide280.xml" Type="http://schemas.openxmlformats.org/officeDocument/2006/relationships/slide"/><Relationship Id="rId286" Target="slides/slide281.xml" Type="http://schemas.openxmlformats.org/officeDocument/2006/relationships/slide"/><Relationship Id="rId287" Target="slides/slide282.xml" Type="http://schemas.openxmlformats.org/officeDocument/2006/relationships/slide"/><Relationship Id="rId288" Target="slides/slide283.xml" Type="http://schemas.openxmlformats.org/officeDocument/2006/relationships/slide"/><Relationship Id="rId289" Target="slides/slide284.xml" Type="http://schemas.openxmlformats.org/officeDocument/2006/relationships/slide"/><Relationship Id="rId29" Target="slides/slide24.xml" Type="http://schemas.openxmlformats.org/officeDocument/2006/relationships/slide"/><Relationship Id="rId290" Target="slides/slide285.xml" Type="http://schemas.openxmlformats.org/officeDocument/2006/relationships/slide"/><Relationship Id="rId291" Target="slides/slide286.xml" Type="http://schemas.openxmlformats.org/officeDocument/2006/relationships/slide"/><Relationship Id="rId292" Target="slides/slide287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1. List of Applications and Modules Handled by the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Department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A. ITI Admissions Application</a:t>
            </a:r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Application: AP ITI Admissions Portal</a:t>
            </a:r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Major Modules:</a:t>
            </a:r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1. Candidate Registration</a:t>
            </a:r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2. Student/Application Profile</a:t>
            </a:r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3. Online ITI Application</a:t>
            </a:r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4. ITI Selection / Choice Filling</a:t>
            </a:r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5. Merit List Generation</a:t>
            </a:r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6. Checklist Generation</a:t>
            </a:r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7. Seat Matrix Management</a:t>
            </a:r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8. Admission Schedule Management</a:t>
            </a:r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9. Seat Allotment / Admission Process</a:t>
            </a:r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10. Certificate Verification</a:t>
            </a:r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11. Government ITI Admissions</a:t>
            </a:r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12. Private ITI Admissions</a:t>
            </a:r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13. Phase-wise Admissions</a:t>
            </a:r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14. ITI Login</a:t>
            </a:r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15. DCP Login</a:t>
            </a:r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16. Department/Admin Login</a:t>
            </a:r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17. Reports and Dashboards</a:t>
            </a:r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Important functionality:</a:t>
            </a:r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Candidate registration and application submission.</a:t>
            </a:r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Candidate eligibility and merit/rank processing.</a:t>
            </a:r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ITI/trade-wise seat availability.</a:t>
            </a:r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Government and Private ITI admission processing.</a:t>
            </a:r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Phase-wise admission process.</a:t>
            </a:r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Generation of merit lists and checklists.</a:t>
            </a:r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Admission confirmation and student data management.</a:t>
            </a:r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District-wise, ITI-wise and trade-wise reports.</a:t>
            </a:r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B. ITI Placement Application</a:t>
            </a:r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Application: ITI Placement / Training Management Application</a:t>
            </a:r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Major Modules:</a:t>
            </a:r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1. Placement Module</a:t>
            </a:r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2. In-Plant Module</a:t>
            </a:r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3. Labs Module</a:t>
            </a:r>
            <a:endParaRPr lang="en-IN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4. Other Than Job Placement</a:t>
            </a:r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5. Apprenticeship</a:t>
            </a:r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6. Other Than Apprenticeship</a:t>
            </a:r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7. Self Employment</a:t>
            </a:r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8. Higher Education</a:t>
            </a:r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9. In-Plant Training</a:t>
            </a:r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10. Industry Master</a:t>
            </a:r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11. ITI-Industry Mapping</a:t>
            </a:r>
            <a:endParaRPr lang="en-IN"/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12. Employee Management</a:t>
            </a:r>
            <a:endParaRPr lang="en-IN"/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13. ITI Infrastructure</a:t>
            </a:r>
            <a:endParaRPr lang="en-IN"/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14. Placement Reports</a:t>
            </a:r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15. In-Plant Training Reports</a:t>
            </a:r>
            <a:endParaRPr lang="en-IN"/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16. Dashboard APIs</a:t>
            </a:r>
            <a:endParaRPr lang="en-IN"/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Important functionality:</a:t>
            </a:r>
            <a:endParaRPr lang="en-IN"/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ITI-wise placement information.</a:t>
            </a:r>
            <a:endParaRPr lang="en-IN"/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Student-wise placement details.</a:t>
            </a:r>
            <a:endParaRPr lang="en-IN"/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Employer/industry information.</a:t>
            </a:r>
            <a:endParaRPr lang="en-IN"/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Job and apprenticeship placement tracking.</a:t>
            </a:r>
            <a:endParaRPr lang="en-IN"/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Self-employment and higher-education tracking.</a:t>
            </a:r>
            <a:endParaRPr lang="en-IN"/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In-plant training student and industry mapping.</a:t>
            </a:r>
            <a:endParaRPr lang="en-IN"/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ITI and industry-wise reports.</a:t>
            </a:r>
            <a:endParaRPr lang="en-IN"/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Dashboard data aggregation.</a:t>
            </a:r>
            <a:endParaRPr lang="en-IN"/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2. Brief About Modules and Dashboards</a:t>
            </a:r>
            <a:endParaRPr lang="en-IN"/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Along With Logic</a:t>
            </a:r>
            <a:endParaRPr lang="en-IN"/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A. ITI Admissions – Module Logic</a:t>
            </a:r>
            <a:endParaRPr lang="en-IN"/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Candidate Registration</a:t>
            </a:r>
            <a:endParaRPr lang="en-IN"/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candidate registers on the portal and provides required personal, educational and contact</a:t>
            </a:r>
            <a:endParaRPr lang="en-IN"/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information.</a:t>
            </a:r>
            <a:endParaRPr lang="en-IN"/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Basic flow:</a:t>
            </a:r>
            <a:endParaRPr lang="en-IN"/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Candidate Registration → Application → Eligibility → Rank/Merit →</a:t>
            </a:r>
            <a:endParaRPr lang="en-IN"/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Choice/Application → Checklist → Merit List → Admission</a:t>
            </a:r>
            <a:endParaRPr lang="en-IN"/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 &amp; Trade Management</a:t>
            </a:r>
            <a:endParaRPr lang="en-IN"/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 master information is maintained with:</a:t>
            </a:r>
            <a:endParaRPr lang="en-IN"/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ITI Code</a:t>
            </a:r>
            <a:endParaRPr lang="en-IN"/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NCVT Code</a:t>
            </a:r>
            <a:endParaRPr lang="en-IN"/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ITI Name</a:t>
            </a:r>
            <a:endParaRPr lang="en-IN"/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District</a:t>
            </a:r>
            <a:endParaRPr lang="en-IN"/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Government/Private type</a:t>
            </a:r>
            <a:endParaRPr lang="en-IN"/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Trades</a:t>
            </a:r>
            <a:endParaRPr lang="en-IN"/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Trade duration</a:t>
            </a:r>
            <a:endParaRPr lang="en-IN"/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Shifts</a:t>
            </a:r>
            <a:endParaRPr lang="en-IN"/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Units</a:t>
            </a:r>
            <a:endParaRPr lang="en-IN"/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Admission permission</a:t>
            </a:r>
            <a:endParaRPr lang="en-IN"/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system uses ITI and trade master data to determine the available admission choices.</a:t>
            </a:r>
            <a:endParaRPr lang="en-IN"/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Seat Matrix</a:t>
            </a:r>
            <a:endParaRPr lang="en-IN"/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Seat availability is maintained at ITI + Trade + Shift/Unit level.</a:t>
            </a:r>
            <a:endParaRPr lang="en-IN"/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system calculates:</a:t>
            </a:r>
            <a:endParaRPr lang="en-IN"/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Opened Seats</a:t>
            </a:r>
            <a:endParaRPr lang="en-IN"/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Filled Seats</a:t>
            </a:r>
            <a:endParaRPr lang="en-IN"/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Vacant Seats</a:t>
            </a:r>
            <a:endParaRPr lang="en-IN"/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 Percentage</a:t>
            </a:r>
            <a:endParaRPr lang="en-IN"/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Basic logic:</a:t>
            </a:r>
            <a:endParaRPr lang="en-IN"/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Vacant Seats = Opened Seats - Filled Seats</a:t>
            </a:r>
            <a:endParaRPr lang="en-IN"/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 % = Filled Seats / Opened Seats × 100</a:t>
            </a:r>
            <a:endParaRPr lang="en-IN"/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Merit List / Rank</a:t>
            </a:r>
            <a:endParaRPr lang="en-IN"/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Candidate ranks are generated based on the applicable admission rules and candidate</a:t>
            </a:r>
            <a:endParaRPr lang="en-IN"/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marks/eligibility.</a:t>
            </a:r>
            <a:endParaRPr lang="en-IN"/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merit process is used to determine eligible candidates for admission and selection.</a:t>
            </a:r>
            <a:endParaRPr lang="en-IN"/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Checklist</a:t>
            </a:r>
            <a:endParaRPr lang="en-IN"/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checklist contains candidates considered for the respective admission process and is used</a:t>
            </a:r>
            <a:endParaRPr lang="en-IN"/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by the concerned ITIs/DCPs for verification and admission processing.</a:t>
            </a:r>
            <a:endParaRPr lang="en-IN"/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Phase-wise Admission</a:t>
            </a:r>
            <a:endParaRPr lang="en-IN"/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application supports multiple admission phases.</a:t>
            </a:r>
            <a:endParaRPr lang="en-IN"/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candidate can utilize the application facility available in each phase according to the</a:t>
            </a:r>
            <a:endParaRPr lang="en-IN"/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 rules, including applying to multiple ITIs where permitted.</a:t>
            </a:r>
            <a:endParaRPr lang="en-IN"/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B. Admissions Dashboard Logic</a:t>
            </a:r>
            <a:endParaRPr lang="en-IN"/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dashboard aggregates data from the admission transaction tables and master tables.</a:t>
            </a:r>
            <a:endParaRPr lang="en-IN"/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Important dashboard indicators:</a:t>
            </a:r>
            <a:endParaRPr lang="en-IN"/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Registered Candidates</a:t>
            </a:r>
            <a:endParaRPr lang="en-IN"/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Applications</a:t>
            </a:r>
            <a:endParaRPr lang="en-IN"/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Government ITIs</a:t>
            </a:r>
            <a:endParaRPr lang="en-IN"/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Private ITIs</a:t>
            </a:r>
            <a:endParaRPr lang="en-IN"/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Seats</a:t>
            </a:r>
            <a:endParaRPr lang="en-IN"/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Filled Seats</a:t>
            </a:r>
            <a:endParaRPr lang="en-IN"/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Vacant Seats</a:t>
            </a:r>
            <a:endParaRPr lang="en-IN"/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District-wise Admissions</a:t>
            </a:r>
            <a:endParaRPr lang="en-IN"/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ITI-wise Admissions</a:t>
            </a:r>
            <a:endParaRPr lang="en-IN"/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Trade-wise Admissions</a:t>
            </a:r>
            <a:endParaRPr lang="en-IN"/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Phase-wise Admissions</a:t>
            </a:r>
            <a:endParaRPr lang="en-IN"/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Government vs Private Admissions</a:t>
            </a:r>
            <a:endParaRPr lang="en-IN"/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Example</a:t>
            </a:r>
            <a:endParaRPr lang="en-IN"/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District</a:t>
            </a:r>
            <a:endParaRPr lang="en-IN"/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↓</a:t>
            </a:r>
            <a:endParaRPr lang="en-IN"/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</a:t>
            </a:r>
            <a:endParaRPr lang="en-IN"/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↓</a:t>
            </a:r>
            <a:endParaRPr lang="en-IN"/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Trade</a:t>
            </a:r>
            <a:endParaRPr lang="en-IN"/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↓</a:t>
            </a:r>
            <a:endParaRPr lang="en-IN"/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Opened Seats</a:t>
            </a:r>
            <a:endParaRPr lang="en-IN"/>
          </a:p>
        </p:txBody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↓</a:t>
            </a:r>
            <a:endParaRPr lang="en-IN"/>
          </a:p>
        </p:txBody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Filled Seats</a:t>
            </a:r>
            <a:endParaRPr lang="en-IN"/>
          </a:p>
        </p:txBody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↓</a:t>
            </a:r>
            <a:endParaRPr lang="en-IN"/>
          </a:p>
        </p:txBody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Vacant Seats</a:t>
            </a:r>
            <a:endParaRPr lang="en-IN"/>
          </a:p>
        </p:txBody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↓</a:t>
            </a:r>
            <a:endParaRPr lang="en-IN"/>
          </a:p>
        </p:txBody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 %</a:t>
            </a:r>
            <a:endParaRPr lang="en-IN"/>
          </a:p>
        </p:txBody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B. Placement Application – Module Logic</a:t>
            </a:r>
            <a:endParaRPr lang="en-IN"/>
          </a:p>
        </p:txBody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Placement Module</a:t>
            </a:r>
            <a:endParaRPr lang="en-IN"/>
          </a:p>
        </p:txBody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Placement information is entered by the concerned ITIs.</a:t>
            </a:r>
            <a:endParaRPr lang="en-IN"/>
          </a:p>
        </p:txBody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Placement categories include:</a:t>
            </a:r>
            <a:endParaRPr lang="en-IN"/>
          </a:p>
        </p:txBody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Job / Campus Placement</a:t>
            </a:r>
            <a:endParaRPr lang="en-IN"/>
          </a:p>
        </p:txBody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Other Than Job</a:t>
            </a:r>
            <a:endParaRPr lang="en-IN"/>
          </a:p>
        </p:txBody>
      </p:sp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Apprenticeship</a:t>
            </a:r>
            <a:endParaRPr lang="en-IN"/>
          </a:p>
        </p:txBody>
      </p:sp>
    </p:spTree>
  </p:cSld>
  <p:clrMapOvr>
    <a:masterClrMapping/>
  </p:clrMapOvr>
</p:sld>
</file>

<file path=ppt/slides/slide1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Other Than Apprenticeship</a:t>
            </a:r>
            <a:endParaRPr lang="en-IN"/>
          </a:p>
        </p:txBody>
      </p:sp>
    </p:spTree>
  </p:cSld>
  <p:clrMapOvr>
    <a:masterClrMapping/>
  </p:clrMapOvr>
</p:sld>
</file>

<file path=ppt/slides/slide1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Self Employment</a:t>
            </a:r>
            <a:endParaRPr lang="en-IN"/>
          </a:p>
        </p:txBody>
      </p:sp>
    </p:spTree>
  </p:cSld>
  <p:clrMapOvr>
    <a:masterClrMapping/>
  </p:clrMapOvr>
</p:sld>
</file>

<file path=ppt/slides/slide1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Higher Education</a:t>
            </a:r>
            <a:endParaRPr lang="en-IN"/>
          </a:p>
        </p:txBody>
      </p:sp>
    </p:spTree>
  </p:cSld>
  <p:clrMapOvr>
    <a:masterClrMapping/>
  </p:clrMapOvr>
</p:sld>
</file>

<file path=ppt/slides/slide1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system stores student-wise placement information and aggregates it for reports and</a:t>
            </a:r>
            <a:endParaRPr lang="en-IN"/>
          </a:p>
        </p:txBody>
      </p:sp>
    </p:spTree>
  </p:cSld>
  <p:clrMapOvr>
    <a:masterClrMapping/>
  </p:clrMapOvr>
</p:sld>
</file>

<file path=ppt/slides/slide1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dashboards.</a:t>
            </a:r>
            <a:endParaRPr lang="en-IN"/>
          </a:p>
        </p:txBody>
      </p:sp>
    </p:spTree>
  </p:cSld>
  <p:clrMapOvr>
    <a:masterClrMapping/>
  </p:clrMapOvr>
</p:sld>
</file>

<file path=ppt/slides/slide1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Placement Dashboard Logic</a:t>
            </a:r>
            <a:endParaRPr lang="en-IN"/>
          </a:p>
        </p:txBody>
      </p:sp>
    </p:spTree>
  </p:cSld>
  <p:clrMapOvr>
    <a:masterClrMapping/>
  </p:clrMapOvr>
</p:sld>
</file>

<file path=ppt/slides/slide1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dashboard calculates:</a:t>
            </a:r>
            <a:endParaRPr lang="en-IN"/>
          </a:p>
        </p:txBody>
      </p:sp>
    </p:spTree>
  </p:cSld>
  <p:clrMapOvr>
    <a:masterClrMapping/>
  </p:clrMapOvr>
</p:sld>
</file>

<file path=ppt/slides/slide1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Total Placement Records</a:t>
            </a:r>
            <a:endParaRPr lang="en-IN"/>
          </a:p>
        </p:txBody>
      </p:sp>
    </p:spTree>
  </p:cSld>
  <p:clrMapOvr>
    <a:masterClrMapping/>
  </p:clrMapOvr>
</p:sld>
</file>

<file path=ppt/slides/slide1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Total Students Placed</a:t>
            </a:r>
            <a:endParaRPr lang="en-IN"/>
          </a:p>
        </p:txBody>
      </p:sp>
    </p:spTree>
  </p:cSld>
  <p:clrMapOvr>
    <a:masterClrMapping/>
  </p:clrMapOvr>
</p:sld>
</file>

<file path=ppt/slides/slide1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Number of ITIs</a:t>
            </a:r>
            <a:endParaRPr lang="en-IN"/>
          </a:p>
        </p:txBody>
      </p:sp>
    </p:spTree>
  </p:cSld>
  <p:clrMapOvr>
    <a:masterClrMapping/>
  </p:clrMapOvr>
</p:sld>
</file>

<file path=ppt/slides/slide1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Number of Employers/Industries</a:t>
            </a:r>
            <a:endParaRPr lang="en-IN"/>
          </a:p>
        </p:txBody>
      </p:sp>
    </p:spTree>
  </p:cSld>
  <p:clrMapOvr>
    <a:masterClrMapping/>
  </p:clrMapOvr>
</p:sld>
</file>

<file path=ppt/slides/slide1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Category-wise Placement</a:t>
            </a:r>
            <a:endParaRPr lang="en-IN"/>
          </a:p>
        </p:txBody>
      </p:sp>
    </p:spTree>
  </p:cSld>
  <p:clrMapOvr>
    <a:masterClrMapping/>
  </p:clrMapOvr>
</p:sld>
</file>

<file path=ppt/slides/slide1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District-wise Placement</a:t>
            </a:r>
            <a:endParaRPr lang="en-IN"/>
          </a:p>
        </p:txBody>
      </p:sp>
    </p:spTree>
  </p:cSld>
  <p:clrMapOvr>
    <a:masterClrMapping/>
  </p:clrMapOvr>
</p:sld>
</file>

<file path=ppt/slides/slide1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Trade-wise Placement</a:t>
            </a:r>
            <a:endParaRPr lang="en-IN"/>
          </a:p>
        </p:txBody>
      </p:sp>
    </p:spTree>
  </p:cSld>
  <p:clrMapOvr>
    <a:masterClrMapping/>
  </p:clrMapOvr>
</p:sld>
</file>

<file path=ppt/slides/slide15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In-Plant Training Module</a:t>
            </a:r>
            <a:endParaRPr lang="en-IN"/>
          </a:p>
        </p:txBody>
      </p:sp>
    </p:spTree>
  </p:cSld>
  <p:clrMapOvr>
    <a:masterClrMapping/>
  </p:clrMapOvr>
</p:sld>
</file>

<file path=ppt/slides/slide15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module manages training conducted for ITI students in industries.</a:t>
            </a:r>
            <a:endParaRPr lang="en-IN"/>
          </a:p>
        </p:txBody>
      </p:sp>
    </p:spTree>
  </p:cSld>
  <p:clrMapOvr>
    <a:masterClrMapping/>
  </p:clrMapOvr>
</p:sld>
</file>

<file path=ppt/slides/slide15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Important information:</a:t>
            </a:r>
            <a:endParaRPr lang="en-IN"/>
          </a:p>
        </p:txBody>
      </p:sp>
    </p:spTree>
  </p:cSld>
  <p:clrMapOvr>
    <a:masterClrMapping/>
  </p:clrMapOvr>
</p:sld>
</file>

<file path=ppt/slides/slide15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ITI</a:t>
            </a:r>
            <a:endParaRPr lang="en-IN"/>
          </a:p>
        </p:txBody>
      </p:sp>
    </p:spTree>
  </p:cSld>
  <p:clrMapOvr>
    <a:masterClrMapping/>
  </p:clrMapOvr>
</p:sld>
</file>

<file path=ppt/slides/slide15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Trade</a:t>
            </a:r>
            <a:endParaRPr lang="en-IN"/>
          </a:p>
        </p:txBody>
      </p:sp>
    </p:spTree>
  </p:cSld>
  <p:clrMapOvr>
    <a:masterClrMapping/>
  </p:clrMapOvr>
</p:sld>
</file>

<file path=ppt/slides/slide15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Student</a:t>
            </a:r>
            <a:endParaRPr lang="en-IN"/>
          </a:p>
        </p:txBody>
      </p:sp>
    </p:spTree>
  </p:cSld>
  <p:clrMapOvr>
    <a:masterClrMapping/>
  </p:clrMapOvr>
</p:sld>
</file>

<file path=ppt/slides/slide1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Industry</a:t>
            </a:r>
            <a:endParaRPr lang="en-IN"/>
          </a:p>
        </p:txBody>
      </p:sp>
    </p:spTree>
  </p:cSld>
  <p:clrMapOvr>
    <a:masterClrMapping/>
  </p:clrMapOvr>
</p:sld>
</file>

<file path=ppt/slides/slide16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Training period</a:t>
            </a:r>
            <a:endParaRPr lang="en-IN"/>
          </a:p>
        </p:txBody>
      </p:sp>
    </p:spTree>
  </p:cSld>
  <p:clrMapOvr>
    <a:masterClrMapping/>
  </p:clrMapOvr>
</p:sld>
</file>

<file path=ppt/slides/slide16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Number of students</a:t>
            </a:r>
            <a:endParaRPr lang="en-IN"/>
          </a:p>
        </p:txBody>
      </p:sp>
    </p:spTree>
  </p:cSld>
  <p:clrMapOvr>
    <a:masterClrMapping/>
  </p:clrMapOvr>
</p:sld>
</file>

<file path=ppt/slides/slide16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Industry mapping</a:t>
            </a:r>
            <a:endParaRPr lang="en-IN"/>
          </a:p>
        </p:txBody>
      </p:sp>
    </p:spTree>
  </p:cSld>
  <p:clrMapOvr>
    <a:masterClrMapping/>
  </p:clrMapOvr>
</p:sld>
</file>

<file path=ppt/slides/slide16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Industry Mapping</a:t>
            </a:r>
            <a:endParaRPr lang="en-IN"/>
          </a:p>
        </p:txBody>
      </p:sp>
    </p:spTree>
  </p:cSld>
  <p:clrMapOvr>
    <a:masterClrMapping/>
  </p:clrMapOvr>
</p:sld>
</file>

<file path=ppt/slides/slide16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An ITI can be mapped to multiple industries and an industry can be mapped to multiple</a:t>
            </a:r>
            <a:endParaRPr lang="en-IN"/>
          </a:p>
        </p:txBody>
      </p:sp>
    </p:spTree>
  </p:cSld>
  <p:clrMapOvr>
    <a:masterClrMapping/>
  </p:clrMapOvr>
</p:sld>
</file>

<file path=ppt/slides/slide16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ITIs/trades.</a:t>
            </a:r>
            <a:endParaRPr lang="en-IN"/>
          </a:p>
        </p:txBody>
      </p:sp>
    </p:spTree>
  </p:cSld>
  <p:clrMapOvr>
    <a:masterClrMapping/>
  </p:clrMapOvr>
</p:sld>
</file>

<file path=ppt/slides/slide16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Therefore, the system maintains an ITI–Industry mapping transaction.</a:t>
            </a:r>
            <a:endParaRPr lang="en-IN"/>
          </a:p>
        </p:txBody>
      </p:sp>
    </p:spTree>
  </p:cSld>
  <p:clrMapOvr>
    <a:masterClrMapping/>
  </p:clrMapOvr>
</p:sld>
</file>

<file path=ppt/slides/slide16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Dashboard indicators include:</a:t>
            </a:r>
            <a:endParaRPr lang="en-IN"/>
          </a:p>
        </p:txBody>
      </p:sp>
    </p:spTree>
  </p:cSld>
  <p:clrMapOvr>
    <a:masterClrMapping/>
  </p:clrMapOvr>
</p:sld>
</file>

<file path=ppt/slides/slide16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In-Plant Training Records</a:t>
            </a:r>
            <a:endParaRPr lang="en-IN"/>
          </a:p>
        </p:txBody>
      </p:sp>
    </p:spTree>
  </p:cSld>
  <p:clrMapOvr>
    <a:masterClrMapping/>
  </p:clrMapOvr>
</p:sld>
</file>

<file path=ppt/slides/slide16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Students</a:t>
            </a:r>
            <a:endParaRPr lang="en-IN"/>
          </a:p>
        </p:txBody>
      </p:sp>
    </p:spTree>
  </p:cSld>
  <p:clrMapOvr>
    <a:masterClrMapping/>
  </p:clrMapOvr>
</p:sld>
</file>

<file path=ppt/slides/slide17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ITIs</a:t>
            </a:r>
            <a:endParaRPr lang="en-IN"/>
          </a:p>
        </p:txBody>
      </p:sp>
    </p:spTree>
  </p:cSld>
  <p:clrMapOvr>
    <a:masterClrMapping/>
  </p:clrMapOvr>
</p:sld>
</file>

<file path=ppt/slides/slide17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Total Industries</a:t>
            </a:r>
            <a:endParaRPr lang="en-IN"/>
          </a:p>
        </p:txBody>
      </p:sp>
    </p:spTree>
  </p:cSld>
  <p:clrMapOvr>
    <a:masterClrMapping/>
  </p:clrMapOvr>
</p:sld>
</file>

<file path=ppt/slides/slide17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ITI–Industry Mappings</a:t>
            </a:r>
            <a:endParaRPr lang="en-IN"/>
          </a:p>
        </p:txBody>
      </p:sp>
    </p:spTree>
  </p:cSld>
  <p:clrMapOvr>
    <a:masterClrMapping/>
  </p:clrMapOvr>
</p:sld>
</file>

<file path=ppt/slides/slide17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Trade-wise Training</a:t>
            </a:r>
            <a:endParaRPr lang="en-IN"/>
          </a:p>
        </p:txBody>
      </p:sp>
    </p:spTree>
  </p:cSld>
  <p:clrMapOvr>
    <a:masterClrMapping/>
  </p:clrMapOvr>
</p:sld>
</file>

<file path=ppt/slides/slide17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• District-wise Training</a:t>
            </a:r>
            <a:endParaRPr lang="en-IN"/>
          </a:p>
        </p:txBody>
      </p:sp>
    </p:spTree>
  </p:cSld>
  <p:clrMapOvr>
    <a:masterClrMapping/>
  </p:clrMapOvr>
</p:sld>
</file>

<file path=ppt/slides/slide17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3. List of All Databases and Tables from</a:t>
            </a:r>
            <a:endParaRPr lang="en-IN"/>
          </a:p>
        </p:txBody>
      </p:sp>
    </p:spTree>
  </p:cSld>
  <p:clrMapOvr>
    <a:masterClrMapping/>
  </p:clrMapOvr>
</p:sld>
</file>

<file path=ppt/slides/slide17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Information Schema</a:t>
            </a:r>
            <a:endParaRPr lang="en-IN"/>
          </a:p>
        </p:txBody>
      </p:sp>
    </p:spTree>
  </p:cSld>
  <p:clrMapOvr>
    <a:masterClrMapping/>
  </p:clrMapOvr>
</p:sld>
</file>

<file path=ppt/slides/slide17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itiap</a:t>
            </a:r>
            <a:endParaRPr lang="en-IN"/>
          </a:p>
        </p:txBody>
      </p:sp>
    </p:spTree>
  </p:cSld>
  <p:clrMapOvr>
    <a:masterClrMapping/>
  </p:clrMapOvr>
</p:sld>
</file>

<file path=ppt/slides/slide17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placments</a:t>
            </a:r>
            <a:endParaRPr lang="en-IN"/>
          </a:p>
        </p:txBody>
      </p:sp>
    </p:spTree>
  </p:cSld>
  <p:clrMapOvr>
    <a:masterClrMapping/>
  </p:clrMapOvr>
</p:sld>
</file>

<file path=ppt/slides/slide17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A. itap</a:t>
            </a:r>
            <a:endParaRPr lang="en-IN"/>
          </a:p>
        </p:txBody>
      </p:sp>
    </p:spTree>
  </p:cSld>
  <p:clrMapOvr>
    <a:masterClrMapping/>
  </p:clrMapOvr>
</p:sld>
</file>

<file path=ppt/slides/slide18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admission.iti_addmission</a:t>
            </a:r>
            <a:endParaRPr lang="en-IN"/>
          </a:p>
        </p:txBody>
      </p:sp>
    </p:spTree>
  </p:cSld>
  <p:clrMapOvr>
    <a:masterClrMapping/>
  </p:clrMapOvr>
</p:sld>
</file>

<file path=ppt/slides/slide18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admission.admission_phase</a:t>
            </a:r>
            <a:endParaRPr lang="en-IN"/>
          </a:p>
        </p:txBody>
      </p:sp>
    </p:spTree>
  </p:cSld>
  <p:clrMapOvr>
    <a:masterClrMapping/>
  </p:clrMapOvr>
</p:sld>
</file>

<file path=ppt/slides/slide18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public.student_application</a:t>
            </a:r>
            <a:endParaRPr lang="en-IN"/>
          </a:p>
        </p:txBody>
      </p:sp>
    </p:spTree>
  </p:cSld>
  <p:clrMapOvr>
    <a:masterClrMapping/>
  </p:clrMapOvr>
</p:sld>
</file>

<file path=ppt/slides/slide18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public.application</a:t>
            </a:r>
            <a:endParaRPr lang="en-IN"/>
          </a:p>
        </p:txBody>
      </p:sp>
    </p:spTree>
  </p:cSld>
  <p:clrMapOvr>
    <a:masterClrMapping/>
  </p:clrMapOvr>
</p:sld>
</file>

<file path=ppt/slides/slide18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public.student_trade_sel</a:t>
            </a:r>
            <a:endParaRPr lang="en-IN"/>
          </a:p>
        </p:txBody>
      </p:sp>
    </p:spTree>
  </p:cSld>
  <p:clrMapOvr>
    <a:masterClrMapping/>
  </p:clrMapOvr>
</p:sld>
</file>

<file path=ppt/slides/slide18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public.trade_sel</a:t>
            </a:r>
            <a:endParaRPr lang="en-IN"/>
          </a:p>
        </p:txBody>
      </p:sp>
    </p:spTree>
  </p:cSld>
  <p:clrMapOvr>
    <a:masterClrMapping/>
  </p:clrMapOvr>
</p:sld>
</file>

<file path=ppt/slides/slide18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public.student_cand_marks</a:t>
            </a:r>
            <a:endParaRPr lang="en-IN"/>
          </a:p>
        </p:txBody>
      </p:sp>
    </p:spTree>
  </p:cSld>
  <p:clrMapOvr>
    <a:masterClrMapping/>
  </p:clrMapOvr>
</p:sld>
</file>

<file path=ppt/slides/slide18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public.cand_marks</a:t>
            </a:r>
            <a:endParaRPr lang="en-IN"/>
          </a:p>
        </p:txBody>
      </p:sp>
    </p:spTree>
  </p:cSld>
  <p:clrMapOvr>
    <a:masterClrMapping/>
  </p:clrMapOvr>
</p:sld>
</file>

<file path=ppt/slides/slide18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public.ranks</a:t>
            </a:r>
            <a:endParaRPr lang="en-IN"/>
          </a:p>
        </p:txBody>
      </p:sp>
    </p:spTree>
  </p:cSld>
  <p:clrMapOvr>
    <a:masterClrMapping/>
  </p:clrMapOvr>
</p:sld>
</file>

<file path=ppt/slides/slide18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public.checklist</a:t>
            </a:r>
            <a:endParaRPr lang="en-IN"/>
          </a:p>
        </p:txBody>
      </p:sp>
    </p:spTree>
  </p:cSld>
  <p:clrMapOvr>
    <a:masterClrMapping/>
  </p:clrMapOvr>
</p:sld>
</file>

<file path=ppt/slides/slide19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public.admission_timinings</a:t>
            </a:r>
            <a:endParaRPr lang="en-IN"/>
          </a:p>
        </p:txBody>
      </p:sp>
    </p:spTree>
  </p:cSld>
  <p:clrMapOvr>
    <a:masterClrMapping/>
  </p:clrMapOvr>
</p:sld>
</file>

<file path=ppt/slides/slide19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public.dist_mst</a:t>
            </a:r>
            <a:endParaRPr lang="en-IN"/>
          </a:p>
        </p:txBody>
      </p:sp>
    </p:spTree>
  </p:cSld>
  <p:clrMapOvr>
    <a:masterClrMapping/>
  </p:clrMapOvr>
</p:sld>
</file>

<file path=ppt/slides/slide19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public.iti</a:t>
            </a:r>
            <a:endParaRPr lang="en-IN"/>
          </a:p>
        </p:txBody>
      </p:sp>
    </p:spTree>
  </p:cSld>
  <p:clrMapOvr>
    <a:masterClrMapping/>
  </p:clrMapOvr>
</p:sld>
</file>

<file path=ppt/slides/slide19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public.ititrade_master</a:t>
            </a:r>
            <a:endParaRPr lang="en-IN"/>
          </a:p>
        </p:txBody>
      </p:sp>
    </p:spTree>
  </p:cSld>
  <p:clrMapOvr>
    <a:masterClrMapping/>
  </p:clrMapOvr>
</p:sld>
</file>

<file path=ppt/slides/slide19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public.caste_master</a:t>
            </a:r>
            <a:endParaRPr lang="en-IN"/>
          </a:p>
        </p:txBody>
      </p:sp>
    </p:spTree>
  </p:cSld>
  <p:clrMapOvr>
    <a:masterClrMapping/>
  </p:clrMapOvr>
</p:sld>
</file>

<file path=ppt/slides/slide19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B. placements</a:t>
            </a:r>
            <a:endParaRPr lang="en-IN"/>
          </a:p>
        </p:txBody>
      </p:sp>
    </p:spTree>
  </p:cSld>
  <p:clrMapOvr>
    <a:masterClrMapping/>
  </p:clrMapOvr>
</p:sld>
</file>

<file path=ppt/slides/slide19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labs.labs</a:t>
            </a:r>
            <a:endParaRPr lang="en-IN"/>
          </a:p>
        </p:txBody>
      </p:sp>
    </p:spTree>
  </p:cSld>
  <p:clrMapOvr>
    <a:masterClrMapping/>
  </p:clrMapOvr>
</p:sld>
</file>

<file path=ppt/slides/slide19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labs.labitems</a:t>
            </a:r>
            <a:endParaRPr lang="en-IN"/>
          </a:p>
        </p:txBody>
      </p:sp>
    </p:spTree>
  </p:cSld>
  <p:clrMapOvr>
    <a:masterClrMapping/>
  </p:clrMapOvr>
</p:sld>
</file>

<file path=ppt/slides/slide19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placements.placements</a:t>
            </a:r>
            <a:endParaRPr lang="en-IN"/>
          </a:p>
        </p:txBody>
      </p:sp>
    </p:spTree>
  </p:cSld>
  <p:clrMapOvr>
    <a:masterClrMapping/>
  </p:clrMapOvr>
</p:sld>
</file>

<file path=ppt/slides/slide19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implant.implant</a:t>
            </a:r>
            <a:endParaRPr lang="en-IN"/>
          </a:p>
        </p:txBody>
      </p:sp>
    </p:spTree>
  </p:cSld>
  <p:clrMapOvr>
    <a:masterClrMapping/>
  </p:clrMapOvr>
</p:sld>
</file>

<file path=ppt/slides/slide20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4. List of Usable Tables With Description</a:t>
            </a:r>
            <a:endParaRPr lang="en-IN"/>
          </a:p>
        </p:txBody>
      </p:sp>
    </p:spTree>
  </p:cSld>
  <p:clrMapOvr>
    <a:masterClrMapping/>
  </p:clrMapOvr>
</p:sld>
</file>

<file path=ppt/slides/slide20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Table Type Purpose</a:t>
            </a:r>
            <a:endParaRPr lang="en-IN"/>
          </a:p>
        </p:txBody>
      </p:sp>
    </p:spTree>
  </p:cSld>
  <p:clrMapOvr>
    <a:masterClrMapping/>
  </p:clrMapOvr>
</p:sld>
</file>

<file path=ppt/slides/slide20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 Master ITI master information</a:t>
            </a:r>
            <a:endParaRPr lang="en-IN"/>
          </a:p>
        </p:txBody>
      </p:sp>
    </p:spTree>
  </p:cSld>
  <p:clrMapOvr>
    <a:masterClrMapping/>
  </p:clrMapOvr>
</p:sld>
</file>

<file path=ppt/slides/slide20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Table Type Purpose</a:t>
            </a:r>
            <a:endParaRPr lang="en-IN"/>
          </a:p>
        </p:txBody>
      </p:sp>
    </p:spTree>
  </p:cSld>
  <p:clrMapOvr>
    <a:masterClrMapping/>
  </p:clrMapOvr>
</p:sld>
</file>

<file path=ppt/slides/slide20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dist_mst Master District master</a:t>
            </a:r>
            <a:endParaRPr lang="en-IN"/>
          </a:p>
        </p:txBody>
      </p:sp>
    </p:spTree>
  </p:cSld>
  <p:clrMapOvr>
    <a:masterClrMapping/>
  </p:clrMapOvr>
</p:sld>
</file>

<file path=ppt/slides/slide20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ititrade Master/Mapping ITI-wise trade information</a:t>
            </a:r>
            <a:endParaRPr lang="en-IN"/>
          </a:p>
        </p:txBody>
      </p:sp>
    </p:spTree>
  </p:cSld>
  <p:clrMapOvr>
    <a:masterClrMapping/>
  </p:clrMapOvr>
</p:sld>
</file>

<file path=ppt/slides/slide20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ititrade_master Master Trade master information</a:t>
            </a:r>
            <a:endParaRPr lang="en-IN"/>
          </a:p>
        </p:txBody>
      </p:sp>
    </p:spTree>
  </p:cSld>
  <p:clrMapOvr>
    <a:masterClrMapping/>
  </p:clrMapOvr>
</p:sld>
</file>

<file path=ppt/slides/slide20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iti_seatmatrix Master/Configuration ITI/trade-wise approved/opened seats</a:t>
            </a:r>
            <a:endParaRPr lang="en-IN"/>
          </a:p>
        </p:txBody>
      </p:sp>
    </p:spTree>
  </p:cSld>
  <p:clrMapOvr>
    <a:masterClrMapping/>
  </p:clrMapOvr>
</p:sld>
</file>

<file path=ppt/slides/slide20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shift_unit_permitted Master/Configuration Permitted shifts and units</a:t>
            </a:r>
            <a:endParaRPr lang="en-IN"/>
          </a:p>
        </p:txBody>
      </p:sp>
    </p:spTree>
  </p:cSld>
  <p:clrMapOvr>
    <a:masterClrMapping/>
  </p:clrMapOvr>
</p:sld>
</file>

<file path=ppt/slides/slide20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shift_unit_permitted2025 Master/Configuration Previous-year shift/unit configuration</a:t>
            </a:r>
            <a:endParaRPr lang="en-IN"/>
          </a:p>
        </p:txBody>
      </p:sp>
    </p:spTree>
  </p:cSld>
  <p:clrMapOvr>
    <a:masterClrMapping/>
  </p:clrMapOvr>
</p:sld>
</file>

<file path=ppt/slides/slide2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A. ITI Admissions – Master Tables</a:t>
            </a:r>
            <a:endParaRPr lang="en-IN"/>
          </a:p>
        </p:txBody>
      </p:sp>
    </p:spTree>
  </p:cSld>
  <p:clrMapOvr>
    <a:masterClrMapping/>
  </p:clrMapOvr>
</p:sld>
</file>

<file path=ppt/slides/slide2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Table Type Purpose</a:t>
            </a:r>
            <a:endParaRPr lang="en-IN"/>
          </a:p>
        </p:txBody>
      </p:sp>
    </p:spTree>
  </p:cSld>
  <p:clrMapOvr>
    <a:masterClrMapping/>
  </p:clrMapOvr>
</p:sld>
</file>

<file path=ppt/slides/slide2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public.iti Master Stores basic information and</a:t>
            </a:r>
            <a:endParaRPr lang="en-IN"/>
          </a:p>
        </p:txBody>
      </p:sp>
    </p:spTree>
  </p:cSld>
  <p:clrMapOvr>
    <a:masterClrMapping/>
  </p:clrMapOvr>
</p:sld>
</file>

<file path=ppt/slides/slide2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status of Government and</a:t>
            </a:r>
            <a:endParaRPr lang="en-IN"/>
          </a:p>
        </p:txBody>
      </p:sp>
    </p:spTree>
  </p:cSld>
  <p:clrMapOvr>
    <a:masterClrMapping/>
  </p:clrMapOvr>
</p:sld>
</file>

<file path=ppt/slides/slide2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Private ITIs.</a:t>
            </a:r>
            <a:endParaRPr lang="en-IN"/>
          </a:p>
        </p:txBody>
      </p:sp>
    </p:spTree>
  </p:cSld>
  <p:clrMapOvr>
    <a:masterClrMapping/>
  </p:clrMapOvr>
</p:sld>
</file>

<file path=ppt/slides/slide2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public.dist_mst Master District master used to map</a:t>
            </a:r>
            <a:endParaRPr lang="en-IN"/>
          </a:p>
        </p:txBody>
      </p:sp>
    </p:spTree>
  </p:cSld>
  <p:clrMapOvr>
    <a:masterClrMapping/>
  </p:clrMapOvr>
</p:sld>
</file>

<file path=ppt/slides/slide2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ITIs and generate district-wise</a:t>
            </a:r>
            <a:endParaRPr lang="en-IN"/>
          </a:p>
        </p:txBody>
      </p:sp>
    </p:spTree>
  </p:cSld>
  <p:clrMapOvr>
    <a:masterClrMapping/>
  </p:clrMapOvr>
</p:sld>
</file>

<file path=ppt/slides/slide2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reports.</a:t>
            </a:r>
            <a:endParaRPr lang="en-IN"/>
          </a:p>
        </p:txBody>
      </p:sp>
    </p:spTree>
  </p:cSld>
  <p:clrMapOvr>
    <a:masterClrMapping/>
  </p:clrMapOvr>
</p:sld>
</file>

<file path=ppt/slides/slide2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public.ititrade_master Master Master information for trade</a:t>
            </a:r>
            <a:endParaRPr lang="en-IN"/>
          </a:p>
        </p:txBody>
      </p:sp>
    </p:spTree>
  </p:cSld>
  <p:clrMapOvr>
    <a:masterClrMapping/>
  </p:clrMapOvr>
</p:sld>
</file>

<file path=ppt/slides/slide2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names/codes.</a:t>
            </a:r>
            <a:endParaRPr lang="en-IN"/>
          </a:p>
        </p:txBody>
      </p:sp>
    </p:spTree>
  </p:cSld>
  <p:clrMapOvr>
    <a:masterClrMapping/>
  </p:clrMapOvr>
</p:sld>
</file>

<file path=ppt/slides/slide2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public.trade_sel Master Reference table for trade</a:t>
            </a:r>
            <a:endParaRPr lang="en-IN"/>
          </a:p>
        </p:txBody>
      </p:sp>
    </p:spTree>
  </p:cSld>
  <p:clrMapOvr>
    <a:masterClrMapping/>
  </p:clrMapOvr>
</p:sld>
</file>

<file path=ppt/slides/slide2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selections available to</a:t>
            </a:r>
            <a:endParaRPr lang="en-IN"/>
          </a:p>
        </p:txBody>
      </p:sp>
    </p:spTree>
  </p:cSld>
  <p:clrMapOvr>
    <a:masterClrMapping/>
  </p:clrMapOvr>
</p:sld>
</file>

<file path=ppt/slides/slide2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students.</a:t>
            </a:r>
            <a:endParaRPr lang="en-IN"/>
          </a:p>
        </p:txBody>
      </p:sp>
    </p:spTree>
  </p:cSld>
  <p:clrMapOvr>
    <a:masterClrMapping/>
  </p:clrMapOvr>
</p:sld>
</file>

<file path=ppt/slides/slide2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public.caste_master Master Stores caste code and caste</a:t>
            </a:r>
            <a:endParaRPr lang="en-IN"/>
          </a:p>
        </p:txBody>
      </p:sp>
    </p:spTree>
  </p:cSld>
  <p:clrMapOvr>
    <a:masterClrMapping/>
  </p:clrMapOvr>
</p:sld>
</file>

<file path=ppt/slides/slide2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name; it stores all of the</a:t>
            </a:r>
            <a:endParaRPr lang="en-IN"/>
          </a:p>
        </p:txBody>
      </p:sp>
    </p:spTree>
  </p:cSld>
  <p:clrMapOvr>
    <a:masterClrMapping/>
  </p:clrMapOvr>
</p:sld>
</file>

<file path=ppt/slides/slide2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castes.</a:t>
            </a:r>
            <a:endParaRPr lang="en-IN"/>
          </a:p>
        </p:txBody>
      </p:sp>
    </p:spTree>
  </p:cSld>
  <p:clrMapOvr>
    <a:masterClrMapping/>
  </p:clrMapOvr>
</p:sld>
</file>

<file path=ppt/slides/slide2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public.admission_timinings Master this table stores  colleges are</a:t>
            </a:r>
            <a:endParaRPr lang="en-IN"/>
          </a:p>
        </p:txBody>
      </p:sp>
    </p:spTree>
  </p:cSld>
  <p:clrMapOvr>
    <a:masterClrMapping/>
  </p:clrMapOvr>
</p:sld>
</file>

<file path=ppt/slides/slide2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verifying the  (frommer)it to</a:t>
            </a:r>
            <a:endParaRPr lang="en-IN"/>
          </a:p>
        </p:txBody>
      </p:sp>
    </p:spTree>
  </p:cSld>
  <p:clrMapOvr>
    <a:masterClrMapping/>
  </p:clrMapOvr>
</p:sld>
</file>

<file path=ppt/slides/slide2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(tomerit)  and timings of</a:t>
            </a:r>
            <a:endParaRPr lang="en-IN"/>
          </a:p>
        </p:txBody>
      </p:sp>
    </p:spTree>
  </p:cSld>
  <p:clrMapOvr>
    <a:masterClrMapping/>
  </p:clrMapOvr>
</p:sld>
</file>

<file path=ppt/slides/slide2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verfication, and</a:t>
            </a:r>
            <a:endParaRPr lang="en-IN"/>
          </a:p>
        </p:txBody>
      </p:sp>
    </p:spTree>
  </p:cSld>
  <p:clrMapOvr>
    <a:masterClrMapping/>
  </p:clrMapOvr>
</p:sld>
</file>

<file path=ppt/slides/slide2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castegategories</a:t>
            </a:r>
            <a:endParaRPr lang="en-IN"/>
          </a:p>
        </p:txBody>
      </p:sp>
    </p:spTree>
  </p:cSld>
  <p:clrMapOvr>
    <a:masterClrMapping/>
  </p:clrMapOvr>
</p:sld>
</file>

<file path=ppt/slides/slide2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admission.admission_phase Master admission_phase  stores the</a:t>
            </a:r>
            <a:endParaRPr lang="en-IN"/>
          </a:p>
        </p:txBody>
      </p:sp>
    </p:spTree>
  </p:cSld>
  <p:clrMapOvr>
    <a:masterClrMapping/>
  </p:clrMapOvr>
</p:sld>
</file>

<file path=ppt/slides/slide2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phase details  for the</a:t>
            </a:r>
            <a:endParaRPr lang="en-IN"/>
          </a:p>
        </p:txBody>
      </p:sp>
    </p:spTree>
  </p:cSld>
  <p:clrMapOvr>
    <a:masterClrMapping/>
  </p:clrMapOvr>
</p:sld>
</file>

<file path=ppt/slides/slide2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 process. For iti</a:t>
            </a:r>
            <a:endParaRPr lang="en-IN"/>
          </a:p>
        </p:txBody>
      </p:sp>
    </p:spTree>
  </p:cSld>
  <p:clrMapOvr>
    <a:masterClrMapping/>
  </p:clrMapOvr>
</p:sld>
</file>

<file path=ppt/slides/slide2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private and govt and</a:t>
            </a:r>
            <a:endParaRPr lang="en-IN"/>
          </a:p>
        </p:txBody>
      </p:sp>
    </p:spTree>
  </p:cSld>
  <p:clrMapOvr>
    <a:masterClrMapping/>
  </p:clrMapOvr>
</p:sld>
</file>

<file path=ppt/slides/slide2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application</a:t>
            </a:r>
            <a:endParaRPr lang="en-IN"/>
          </a:p>
        </p:txBody>
      </p:sp>
    </p:spTree>
  </p:cSld>
  <p:clrMapOvr>
    <a:masterClrMapping/>
  </p:clrMapOvr>
</p:sld>
</file>

<file path=ppt/slides/slide2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registrataion,verfication,meritl</a:t>
            </a:r>
            <a:endParaRPr lang="en-IN"/>
          </a:p>
        </p:txBody>
      </p:sp>
    </p:spTree>
  </p:cSld>
  <p:clrMapOvr>
    <a:masterClrMapping/>
  </p:clrMapOvr>
</p:sld>
</file>

<file path=ppt/slides/slide2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ist,addmisions,reverfication</a:t>
            </a:r>
            <a:endParaRPr lang="en-IN"/>
          </a:p>
        </p:txBody>
      </p:sp>
    </p:spTree>
  </p:cSld>
  <p:clrMapOvr>
    <a:masterClrMapping/>
  </p:clrMapOvr>
</p:sld>
</file>

<file path=ppt/slides/slide2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starting dated and ending</a:t>
            </a:r>
            <a:endParaRPr lang="en-IN"/>
          </a:p>
        </p:txBody>
      </p:sp>
    </p:spTree>
  </p:cSld>
  <p:clrMapOvr>
    <a:masterClrMapping/>
  </p:clrMapOvr>
</p:sld>
</file>

<file path=ppt/slides/slide2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dates</a:t>
            </a:r>
            <a:endParaRPr lang="en-IN"/>
          </a:p>
        </p:txBody>
      </p:sp>
    </p:spTree>
  </p:cSld>
  <p:clrMapOvr>
    <a:masterClrMapping/>
  </p:clrMapOvr>
</p:sld>
</file>

<file path=ppt/slides/slide2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B. ITI Admissions – Transaction Tables</a:t>
            </a:r>
            <a:endParaRPr lang="en-IN"/>
          </a:p>
        </p:txBody>
      </p:sp>
    </p:spTree>
  </p:cSld>
  <p:clrMapOvr>
    <a:masterClrMapping/>
  </p:clrMapOvr>
</p:sld>
</file>

<file path=ppt/slides/slide2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Table Type Purpose</a:t>
            </a:r>
            <a:endParaRPr lang="en-IN"/>
          </a:p>
        </p:txBody>
      </p:sp>
    </p:spTree>
  </p:cSld>
  <p:clrMapOvr>
    <a:masterClrMapping/>
  </p:clrMapOvr>
</p:sld>
</file>

<file path=ppt/slides/slide2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public.student_application Transaction student _application table</a:t>
            </a:r>
            <a:endParaRPr lang="en-IN"/>
          </a:p>
        </p:txBody>
      </p:sp>
    </p:spTree>
  </p:cSld>
  <p:clrMapOvr>
    <a:masterClrMapping/>
  </p:clrMapOvr>
</p:sld>
</file>

<file path=ppt/slides/slide2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after student registered  then</a:t>
            </a:r>
            <a:endParaRPr lang="en-IN"/>
          </a:p>
        </p:txBody>
      </p:sp>
    </p:spTree>
  </p:cSld>
  <p:clrMapOvr>
    <a:masterClrMapping/>
  </p:clrMapOvr>
</p:sld>
</file>

<file path=ppt/slides/slide24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application details stored</a:t>
            </a:r>
            <a:endParaRPr lang="en-IN"/>
          </a:p>
        </p:txBody>
      </p:sp>
    </p:spTree>
  </p:cSld>
  <p:clrMapOvr>
    <a:masterClrMapping/>
  </p:clrMapOvr>
</p:sld>
</file>

<file path=ppt/slides/slide2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 the student_application</a:t>
            </a:r>
            <a:endParaRPr lang="en-IN"/>
          </a:p>
        </p:txBody>
      </p:sp>
    </p:spTree>
  </p:cSld>
  <p:clrMapOvr>
    <a:masterClrMapping/>
  </p:clrMapOvr>
</p:sld>
</file>

<file path=ppt/slides/slide2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table</a:t>
            </a:r>
            <a:endParaRPr lang="en-IN"/>
          </a:p>
        </p:txBody>
      </p:sp>
    </p:spTree>
  </p:cSld>
  <p:clrMapOvr>
    <a:masterClrMapping/>
  </p:clrMapOvr>
</p:sld>
</file>

<file path=ppt/slides/slide2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public.application</a:t>
            </a:r>
            <a:endParaRPr lang="en-IN"/>
          </a:p>
        </p:txBody>
      </p:sp>
    </p:spTree>
  </p:cSld>
  <p:clrMapOvr>
    <a:masterClrMapping/>
  </p:clrMapOvr>
</p:sld>
</file>

<file path=ppt/slides/slide2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Transaction it captures the processing and</a:t>
            </a:r>
            <a:endParaRPr lang="en-IN"/>
          </a:p>
        </p:txBody>
      </p:sp>
    </p:spTree>
  </p:cSld>
  <p:clrMapOvr>
    <a:masterClrMapping/>
  </p:clrMapOvr>
</p:sld>
</file>

<file path=ppt/slides/slide2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verification of admission</a:t>
            </a:r>
            <a:endParaRPr lang="en-IN"/>
          </a:p>
        </p:txBody>
      </p:sp>
    </p:spTree>
  </p:cSld>
  <p:clrMapOvr>
    <a:masterClrMapping/>
  </p:clrMapOvr>
</p:sld>
</file>

<file path=ppt/slides/slide2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applications, and its records</a:t>
            </a:r>
            <a:endParaRPr lang="en-IN"/>
          </a:p>
        </p:txBody>
      </p:sp>
    </p:spTree>
  </p:cSld>
  <p:clrMapOvr>
    <a:masterClrMapping/>
  </p:clrMapOvr>
</p:sld>
</file>

<file path=ppt/slides/slide25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are created and updated as</a:t>
            </a:r>
            <a:endParaRPr lang="en-IN"/>
          </a:p>
        </p:txBody>
      </p:sp>
    </p:spTree>
  </p:cSld>
  <p:clrMapOvr>
    <a:masterClrMapping/>
  </p:clrMapOvr>
</p:sld>
</file>

<file path=ppt/slides/slide25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applicants</a:t>
            </a:r>
            <a:endParaRPr lang="en-IN"/>
          </a:p>
        </p:txBody>
      </p:sp>
    </p:spTree>
  </p:cSld>
  <p:clrMapOvr>
    <a:masterClrMapping/>
  </p:clrMapOvr>
</p:sld>
</file>

<file path=ppt/slides/slide25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public.student_trade_sel Transaction this table  records the  detils of</a:t>
            </a:r>
            <a:endParaRPr lang="en-IN"/>
          </a:p>
        </p:txBody>
      </p:sp>
    </p:spTree>
  </p:cSld>
  <p:clrMapOvr>
    <a:masterClrMapping/>
  </p:clrMapOvr>
</p:sld>
</file>

<file path=ppt/slides/slide25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student applying the iti</a:t>
            </a:r>
            <a:endParaRPr lang="en-IN"/>
          </a:p>
        </p:txBody>
      </p:sp>
    </p:spTree>
  </p:cSld>
  <p:clrMapOvr>
    <a:masterClrMapping/>
  </p:clrMapOvr>
</p:sld>
</file>

<file path=ppt/slides/slide25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colleges during the  phase1</a:t>
            </a:r>
            <a:endParaRPr lang="en-IN"/>
          </a:p>
        </p:txBody>
      </p:sp>
    </p:spTree>
  </p:cSld>
  <p:clrMapOvr>
    <a:masterClrMapping/>
  </p:clrMapOvr>
</p:sld>
</file>

<file path=ppt/slides/slide25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public.student_cand_marks Transaction stud_cand _marks stores all</a:t>
            </a:r>
            <a:endParaRPr lang="en-IN"/>
          </a:p>
        </p:txBody>
      </p:sp>
    </p:spTree>
  </p:cSld>
  <p:clrMapOvr>
    <a:masterClrMapping/>
  </p:clrMapOvr>
</p:sld>
</file>

<file path=ppt/slides/slide25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marks of scc and</a:t>
            </a:r>
            <a:endParaRPr lang="en-IN"/>
          </a:p>
        </p:txBody>
      </p:sp>
    </p:spTree>
  </p:cSld>
  <p:clrMapOvr>
    <a:masterClrMapping/>
  </p:clrMapOvr>
</p:sld>
</file>

<file path=ppt/slides/slide25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intermarks of the student</a:t>
            </a:r>
            <a:endParaRPr lang="en-IN"/>
          </a:p>
        </p:txBody>
      </p:sp>
    </p:spTree>
  </p:cSld>
  <p:clrMapOvr>
    <a:masterClrMapping/>
  </p:clrMapOvr>
</p:sld>
</file>

<file path=ppt/slides/slide25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public.cand_marks Transaction this table records the weather</a:t>
            </a:r>
            <a:endParaRPr lang="en-IN"/>
          </a:p>
        </p:txBody>
      </p:sp>
    </p:spTree>
  </p:cSld>
  <p:clrMapOvr>
    <a:masterClrMapping/>
  </p:clrMapOvr>
</p:sld>
</file>

<file path=ppt/slides/slide26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student marks details are</a:t>
            </a:r>
            <a:endParaRPr lang="en-IN"/>
          </a:p>
        </p:txBody>
      </p:sp>
    </p:spTree>
  </p:cSld>
  <p:clrMapOvr>
    <a:masterClrMapping/>
  </p:clrMapOvr>
</p:sld>
</file>

<file path=ppt/slides/slide26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correctly are not</a:t>
            </a:r>
            <a:endParaRPr lang="en-IN"/>
          </a:p>
        </p:txBody>
      </p:sp>
    </p:spTree>
  </p:cSld>
  <p:clrMapOvr>
    <a:masterClrMapping/>
  </p:clrMapOvr>
</p:sld>
</file>

<file path=ppt/slides/slide26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public.ranks Transaction this table records the ranks of</a:t>
            </a:r>
            <a:endParaRPr lang="en-IN"/>
          </a:p>
        </p:txBody>
      </p:sp>
    </p:spTree>
  </p:cSld>
  <p:clrMapOvr>
    <a:masterClrMapping/>
  </p:clrMapOvr>
</p:sld>
</file>

<file path=ppt/slides/slide26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the students  after the check</a:t>
            </a:r>
            <a:endParaRPr lang="en-IN"/>
          </a:p>
        </p:txBody>
      </p:sp>
    </p:spTree>
  </p:cSld>
  <p:clrMapOvr>
    <a:masterClrMapping/>
  </p:clrMapOvr>
</p:sld>
</file>

<file path=ppt/slides/slide26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list generation to finlize the</a:t>
            </a:r>
            <a:endParaRPr lang="en-IN"/>
          </a:p>
        </p:txBody>
      </p:sp>
    </p:spTree>
  </p:cSld>
  <p:clrMapOvr>
    <a:masterClrMapping/>
  </p:clrMapOvr>
</p:sld>
</file>

<file path=ppt/slides/slide26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ranks to students</a:t>
            </a:r>
            <a:endParaRPr lang="en-IN"/>
          </a:p>
        </p:txBody>
      </p:sp>
    </p:spTree>
  </p:cSld>
  <p:clrMapOvr>
    <a:masterClrMapping/>
  </p:clrMapOvr>
</p:sld>
</file>

<file path=ppt/slides/slide26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public.checklist Transaction this table stores the temporary</a:t>
            </a:r>
            <a:endParaRPr lang="en-IN"/>
          </a:p>
        </p:txBody>
      </p:sp>
    </p:spTree>
  </p:cSld>
  <p:clrMapOvr>
    <a:masterClrMapping/>
  </p:clrMapOvr>
</p:sld>
</file>

<file path=ppt/slides/slide26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ranks of the students</a:t>
            </a:r>
            <a:endParaRPr lang="en-IN"/>
          </a:p>
        </p:txBody>
      </p:sp>
    </p:spTree>
  </p:cSld>
  <p:clrMapOvr>
    <a:masterClrMapping/>
  </p:clrMapOvr>
</p:sld>
</file>

<file path=ppt/slides/slide26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admission.iti_addmission Transaction iti addmission table  stores the</a:t>
            </a:r>
            <a:endParaRPr lang="en-IN"/>
          </a:p>
        </p:txBody>
      </p:sp>
    </p:spTree>
  </p:cSld>
  <p:clrMapOvr>
    <a:masterClrMapping/>
  </p:clrMapOvr>
</p:sld>
</file>

<file path=ppt/slides/slide26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addmission  details of the</a:t>
            </a:r>
            <a:endParaRPr lang="en-IN"/>
          </a:p>
        </p:txBody>
      </p:sp>
    </p:spTree>
  </p:cSld>
  <p:clrMapOvr>
    <a:masterClrMapping/>
  </p:clrMapOvr>
</p:sld>
</file>

<file path=ppt/slides/slide27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students</a:t>
            </a:r>
            <a:endParaRPr lang="en-IN"/>
          </a:p>
        </p:txBody>
      </p:sp>
    </p:spTree>
  </p:cSld>
  <p:clrMapOvr>
    <a:masterClrMapping/>
  </p:clrMapOvr>
</p:sld>
</file>

<file path=ppt/slides/slide27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C. Placement &amp; In-Plant – Master &amp; Transaction Tables</a:t>
            </a:r>
            <a:endParaRPr lang="en-IN"/>
          </a:p>
        </p:txBody>
      </p:sp>
    </p:spTree>
  </p:cSld>
  <p:clrMapOvr>
    <a:masterClrMapping/>
  </p:clrMapOvr>
</p:sld>
</file>

<file path=ppt/slides/slide27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Table Type Purpose</a:t>
            </a:r>
            <a:endParaRPr lang="en-IN"/>
          </a:p>
        </p:txBody>
      </p:sp>
    </p:spTree>
  </p:cSld>
  <p:clrMapOvr>
    <a:masterClrMapping/>
  </p:clrMapOvr>
</p:sld>
</file>

<file path=ppt/slides/slide27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placements.industries Master Industry/employer master</a:t>
            </a:r>
            <a:endParaRPr lang="en-IN"/>
          </a:p>
        </p:txBody>
      </p:sp>
    </p:spTree>
  </p:cSld>
  <p:clrMapOvr>
    <a:masterClrMapping/>
  </p:clrMapOvr>
</p:sld>
</file>

<file path=ppt/slides/slide27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information (Industry type,</a:t>
            </a:r>
            <a:endParaRPr lang="en-IN"/>
          </a:p>
        </p:txBody>
      </p:sp>
    </p:spTree>
  </p:cSld>
  <p:clrMapOvr>
    <a:masterClrMapping/>
  </p:clrMapOvr>
</p:sld>
</file>

<file path=ppt/slides/slide27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Location, Contact).</a:t>
            </a:r>
            <a:endParaRPr lang="en-IN"/>
          </a:p>
        </p:txBody>
      </p:sp>
    </p:spTree>
  </p:cSld>
  <p:clrMapOvr>
    <a:masterClrMapping/>
  </p:clrMapOvr>
</p:sld>
</file>

<file path=ppt/slides/slide27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placements.placements Transaction Stores student placement</a:t>
            </a:r>
            <a:endParaRPr lang="en-IN"/>
          </a:p>
        </p:txBody>
      </p:sp>
    </p:spTree>
  </p:cSld>
  <p:clrMapOvr>
    <a:masterClrMapping/>
  </p:clrMapOvr>
</p:sld>
</file>

<file path=ppt/slides/slide27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information (Job,</a:t>
            </a:r>
            <a:endParaRPr lang="en-IN"/>
          </a:p>
        </p:txBody>
      </p:sp>
    </p:spTree>
  </p:cSld>
  <p:clrMapOvr>
    <a:masterClrMapping/>
  </p:clrMapOvr>
</p:sld>
</file>

<file path=ppt/slides/slide27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Apprenticeship, etc.).</a:t>
            </a:r>
            <a:endParaRPr lang="en-IN"/>
          </a:p>
        </p:txBody>
      </p:sp>
    </p:spTree>
  </p:cSld>
  <p:clrMapOvr>
    <a:masterClrMapping/>
  </p:clrMapOvr>
</p:sld>
</file>

<file path=ppt/slides/slide27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implant.implant Transaction Stores In-Plant Training</a:t>
            </a:r>
            <a:endParaRPr lang="en-IN"/>
          </a:p>
        </p:txBody>
      </p:sp>
    </p:spTree>
  </p:cSld>
  <p:clrMapOvr>
    <a:masterClrMapping/>
  </p:clrMapOvr>
</p:sld>
</file>

<file path=ppt/slides/slide28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information including ITI,</a:t>
            </a:r>
            <a:endParaRPr lang="en-IN"/>
          </a:p>
        </p:txBody>
      </p:sp>
    </p:spTree>
  </p:cSld>
  <p:clrMapOvr>
    <a:masterClrMapping/>
  </p:clrMapOvr>
</p:sld>
</file>

<file path=ppt/slides/slide28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Trade, Student, and Industry</a:t>
            </a:r>
            <a:endParaRPr lang="en-IN"/>
          </a:p>
        </p:txBody>
      </p:sp>
    </p:spTree>
  </p:cSld>
  <p:clrMapOvr>
    <a:masterClrMapping/>
  </p:clrMapOvr>
</p:sld>
</file>

<file path=ppt/slides/slide28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mapping.</a:t>
            </a:r>
            <a:endParaRPr lang="en-IN"/>
          </a:p>
        </p:txBody>
      </p:sp>
    </p:spTree>
  </p:cSld>
  <p:clrMapOvr>
    <a:masterClrMapping/>
  </p:clrMapOvr>
</p:sld>
</file>

<file path=ppt/slides/slide28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labs.labs Master Stores the equipment data</a:t>
            </a:r>
            <a:endParaRPr lang="en-IN"/>
          </a:p>
        </p:txBody>
      </p:sp>
    </p:spTree>
  </p:cSld>
  <p:clrMapOvr>
    <a:masterClrMapping/>
  </p:clrMapOvr>
</p:sld>
</file>

<file path=ppt/slides/slide28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used during the in-plant</a:t>
            </a:r>
            <a:endParaRPr lang="en-IN"/>
          </a:p>
        </p:txBody>
      </p:sp>
    </p:spTree>
  </p:cSld>
  <p:clrMapOvr>
    <a:masterClrMapping/>
  </p:clrMapOvr>
</p:sld>
</file>

<file path=ppt/slides/slide28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training.</a:t>
            </a:r>
            <a:endParaRPr lang="en-IN"/>
          </a:p>
        </p:txBody>
      </p:sp>
    </p:spTree>
  </p:cSld>
  <p:clrMapOvr>
    <a:masterClrMapping/>
  </p:clrMapOvr>
</p:sld>
</file>

<file path=ppt/slides/slide28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labs.labitems Transaction Stores the exact details about</a:t>
            </a:r>
            <a:endParaRPr lang="en-IN"/>
          </a:p>
        </p:txBody>
      </p:sp>
    </p:spTree>
  </p:cSld>
  <p:clrMapOvr>
    <a:masterClrMapping/>
  </p:clrMapOvr>
</p:sld>
</file>

<file path=ppt/slides/slide28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635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each equipment in the labs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